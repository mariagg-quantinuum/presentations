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1" r:id="rId4"/>
    <p:sldId id="258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7"/>
    <p:restoredTop sz="94648"/>
  </p:normalViewPr>
  <p:slideViewPr>
    <p:cSldViewPr snapToGrid="0">
      <p:cViewPr varScale="1">
        <p:scale>
          <a:sx n="85" d="100"/>
          <a:sy n="85" d="100"/>
        </p:scale>
        <p:origin x="18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8B66DC-CBA3-A14B-BA59-E7AD0418E72D}" type="doc">
      <dgm:prSet loTypeId="urn:microsoft.com/office/officeart/2005/8/layout/pyramid3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421F71D9-BC97-2C40-838C-0B877F33BAC9}">
      <dgm:prSet phldrT="[Text]"/>
      <dgm:spPr/>
      <dgm:t>
        <a:bodyPr/>
        <a:lstStyle/>
        <a:p>
          <a:r>
            <a:rPr lang="en-GB" dirty="0"/>
            <a:t>Problems</a:t>
          </a:r>
        </a:p>
      </dgm:t>
    </dgm:pt>
    <dgm:pt modelId="{68C8930B-63D1-7D42-B92E-5E2A72E07EBB}" type="parTrans" cxnId="{D29FF50B-37D2-C74B-8143-324E33A47B69}">
      <dgm:prSet/>
      <dgm:spPr/>
      <dgm:t>
        <a:bodyPr/>
        <a:lstStyle/>
        <a:p>
          <a:endParaRPr lang="en-GB"/>
        </a:p>
      </dgm:t>
    </dgm:pt>
    <dgm:pt modelId="{CD6AD651-3EEE-0C49-9EEF-057C9477F0A8}" type="sibTrans" cxnId="{D29FF50B-37D2-C74B-8143-324E33A47B69}">
      <dgm:prSet/>
      <dgm:spPr/>
      <dgm:t>
        <a:bodyPr/>
        <a:lstStyle/>
        <a:p>
          <a:endParaRPr lang="en-GB"/>
        </a:p>
      </dgm:t>
    </dgm:pt>
    <dgm:pt modelId="{313BD69B-514C-C24A-A0A1-E934D7EC2D9D}">
      <dgm:prSet phldrT="[Text]"/>
      <dgm:spPr/>
      <dgm:t>
        <a:bodyPr/>
        <a:lstStyle/>
        <a:p>
          <a:r>
            <a:rPr lang="en-GB" dirty="0"/>
            <a:t>Algorithms</a:t>
          </a:r>
        </a:p>
      </dgm:t>
    </dgm:pt>
    <dgm:pt modelId="{387E0274-82F1-4446-8890-392D8F790EAD}" type="parTrans" cxnId="{D72224F3-5C70-6B49-BA10-5F2EFEDA1322}">
      <dgm:prSet/>
      <dgm:spPr/>
      <dgm:t>
        <a:bodyPr/>
        <a:lstStyle/>
        <a:p>
          <a:endParaRPr lang="en-GB"/>
        </a:p>
      </dgm:t>
    </dgm:pt>
    <dgm:pt modelId="{4DEEA25F-500B-5B45-91AA-962E1F1117AC}" type="sibTrans" cxnId="{D72224F3-5C70-6B49-BA10-5F2EFEDA1322}">
      <dgm:prSet/>
      <dgm:spPr/>
      <dgm:t>
        <a:bodyPr/>
        <a:lstStyle/>
        <a:p>
          <a:endParaRPr lang="en-GB"/>
        </a:p>
      </dgm:t>
    </dgm:pt>
    <dgm:pt modelId="{E48FD23D-08FC-984A-8F8D-5F7ECA1470F7}">
      <dgm:prSet phldrT="[Text]"/>
      <dgm:spPr/>
      <dgm:t>
        <a:bodyPr/>
        <a:lstStyle/>
        <a:p>
          <a:r>
            <a:rPr lang="en-GB" dirty="0"/>
            <a:t>Subroutines</a:t>
          </a:r>
        </a:p>
      </dgm:t>
    </dgm:pt>
    <dgm:pt modelId="{12BF91C0-5BEB-754C-966E-3C5142AFC2F2}" type="parTrans" cxnId="{B51B0D04-F9AE-DA47-8102-552514686E55}">
      <dgm:prSet/>
      <dgm:spPr/>
      <dgm:t>
        <a:bodyPr/>
        <a:lstStyle/>
        <a:p>
          <a:endParaRPr lang="en-GB"/>
        </a:p>
      </dgm:t>
    </dgm:pt>
    <dgm:pt modelId="{FC73A67A-D6B1-3D4C-9E18-5EA86F21D33C}" type="sibTrans" cxnId="{B51B0D04-F9AE-DA47-8102-552514686E55}">
      <dgm:prSet/>
      <dgm:spPr/>
      <dgm:t>
        <a:bodyPr/>
        <a:lstStyle/>
        <a:p>
          <a:endParaRPr lang="en-GB"/>
        </a:p>
      </dgm:t>
    </dgm:pt>
    <dgm:pt modelId="{20195651-F7C0-534A-9FE9-DF06DF6845E3}">
      <dgm:prSet/>
      <dgm:spPr/>
      <dgm:t>
        <a:bodyPr/>
        <a:lstStyle/>
        <a:p>
          <a:r>
            <a:rPr lang="en-GB" dirty="0"/>
            <a:t>Models</a:t>
          </a:r>
        </a:p>
      </dgm:t>
    </dgm:pt>
    <dgm:pt modelId="{5F18B600-BC86-034B-B61C-E83DD0357E49}" type="parTrans" cxnId="{12DF5E7E-616F-0647-9752-80B6525DDF7B}">
      <dgm:prSet/>
      <dgm:spPr/>
      <dgm:t>
        <a:bodyPr/>
        <a:lstStyle/>
        <a:p>
          <a:endParaRPr lang="en-GB"/>
        </a:p>
      </dgm:t>
    </dgm:pt>
    <dgm:pt modelId="{6BB9EAAD-9088-DA45-BDF0-73E8EAC9B265}" type="sibTrans" cxnId="{12DF5E7E-616F-0647-9752-80B6525DDF7B}">
      <dgm:prSet/>
      <dgm:spPr/>
      <dgm:t>
        <a:bodyPr/>
        <a:lstStyle/>
        <a:p>
          <a:endParaRPr lang="en-GB"/>
        </a:p>
      </dgm:t>
    </dgm:pt>
    <dgm:pt modelId="{3D2869C2-BC47-F340-B636-9703D6D0229A}" type="pres">
      <dgm:prSet presAssocID="{218B66DC-CBA3-A14B-BA59-E7AD0418E72D}" presName="Name0" presStyleCnt="0">
        <dgm:presLayoutVars>
          <dgm:dir/>
          <dgm:animLvl val="lvl"/>
          <dgm:resizeHandles val="exact"/>
        </dgm:presLayoutVars>
      </dgm:prSet>
      <dgm:spPr/>
    </dgm:pt>
    <dgm:pt modelId="{AE29F564-888A-6D48-98E0-1DF0558C74FA}" type="pres">
      <dgm:prSet presAssocID="{421F71D9-BC97-2C40-838C-0B877F33BAC9}" presName="Name8" presStyleCnt="0"/>
      <dgm:spPr/>
    </dgm:pt>
    <dgm:pt modelId="{052AF422-20C8-3645-8800-9DC2FCCCBDE0}" type="pres">
      <dgm:prSet presAssocID="{421F71D9-BC97-2C40-838C-0B877F33BAC9}" presName="level" presStyleLbl="node1" presStyleIdx="0" presStyleCnt="4" custLinFactNeighborX="1136" custLinFactNeighborY="2122">
        <dgm:presLayoutVars>
          <dgm:chMax val="1"/>
          <dgm:bulletEnabled val="1"/>
        </dgm:presLayoutVars>
      </dgm:prSet>
      <dgm:spPr/>
    </dgm:pt>
    <dgm:pt modelId="{C515C335-7DC9-5B49-9D0A-C99273A261B0}" type="pres">
      <dgm:prSet presAssocID="{421F71D9-BC97-2C40-838C-0B877F33BAC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66F6DBE-DA14-1148-BD2C-9B6198471FF3}" type="pres">
      <dgm:prSet presAssocID="{313BD69B-514C-C24A-A0A1-E934D7EC2D9D}" presName="Name8" presStyleCnt="0"/>
      <dgm:spPr/>
    </dgm:pt>
    <dgm:pt modelId="{59487C1B-DA52-9643-B0F7-B778A4DE4B40}" type="pres">
      <dgm:prSet presAssocID="{313BD69B-514C-C24A-A0A1-E934D7EC2D9D}" presName="level" presStyleLbl="node1" presStyleIdx="1" presStyleCnt="4">
        <dgm:presLayoutVars>
          <dgm:chMax val="1"/>
          <dgm:bulletEnabled val="1"/>
        </dgm:presLayoutVars>
      </dgm:prSet>
      <dgm:spPr/>
    </dgm:pt>
    <dgm:pt modelId="{2D18070D-3FE5-BF42-98E9-1B7BE50E0118}" type="pres">
      <dgm:prSet presAssocID="{313BD69B-514C-C24A-A0A1-E934D7EC2D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3ED3A8D-BC8E-384A-A464-75A91AE3D054}" type="pres">
      <dgm:prSet presAssocID="{E48FD23D-08FC-984A-8F8D-5F7ECA1470F7}" presName="Name8" presStyleCnt="0"/>
      <dgm:spPr/>
    </dgm:pt>
    <dgm:pt modelId="{5F20945D-7CEA-4641-93C7-6A3021928413}" type="pres">
      <dgm:prSet presAssocID="{E48FD23D-08FC-984A-8F8D-5F7ECA1470F7}" presName="level" presStyleLbl="node1" presStyleIdx="2" presStyleCnt="4">
        <dgm:presLayoutVars>
          <dgm:chMax val="1"/>
          <dgm:bulletEnabled val="1"/>
        </dgm:presLayoutVars>
      </dgm:prSet>
      <dgm:spPr/>
    </dgm:pt>
    <dgm:pt modelId="{DC830152-B046-294A-A2DE-70BE48CDF1F6}" type="pres">
      <dgm:prSet presAssocID="{E48FD23D-08FC-984A-8F8D-5F7ECA1470F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FC9DCAB-3230-3A4E-A284-F7FC1B9FA11C}" type="pres">
      <dgm:prSet presAssocID="{20195651-F7C0-534A-9FE9-DF06DF6845E3}" presName="Name8" presStyleCnt="0"/>
      <dgm:spPr/>
    </dgm:pt>
    <dgm:pt modelId="{830998B8-605B-D24A-8BA4-8A291B14038F}" type="pres">
      <dgm:prSet presAssocID="{20195651-F7C0-534A-9FE9-DF06DF6845E3}" presName="level" presStyleLbl="node1" presStyleIdx="3" presStyleCnt="4">
        <dgm:presLayoutVars>
          <dgm:chMax val="1"/>
          <dgm:bulletEnabled val="1"/>
        </dgm:presLayoutVars>
      </dgm:prSet>
      <dgm:spPr/>
    </dgm:pt>
    <dgm:pt modelId="{958A726D-EE93-7447-9B18-8A78F1328D2D}" type="pres">
      <dgm:prSet presAssocID="{20195651-F7C0-534A-9FE9-DF06DF6845E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B51B0D04-F9AE-DA47-8102-552514686E55}" srcId="{218B66DC-CBA3-A14B-BA59-E7AD0418E72D}" destId="{E48FD23D-08FC-984A-8F8D-5F7ECA1470F7}" srcOrd="2" destOrd="0" parTransId="{12BF91C0-5BEB-754C-966E-3C5142AFC2F2}" sibTransId="{FC73A67A-D6B1-3D4C-9E18-5EA86F21D33C}"/>
    <dgm:cxn modelId="{D29FF50B-37D2-C74B-8143-324E33A47B69}" srcId="{218B66DC-CBA3-A14B-BA59-E7AD0418E72D}" destId="{421F71D9-BC97-2C40-838C-0B877F33BAC9}" srcOrd="0" destOrd="0" parTransId="{68C8930B-63D1-7D42-B92E-5E2A72E07EBB}" sibTransId="{CD6AD651-3EEE-0C49-9EEF-057C9477F0A8}"/>
    <dgm:cxn modelId="{2D763029-791A-2346-8D5B-EE6BA27D1FE7}" type="presOf" srcId="{20195651-F7C0-534A-9FE9-DF06DF6845E3}" destId="{830998B8-605B-D24A-8BA4-8A291B14038F}" srcOrd="0" destOrd="0" presId="urn:microsoft.com/office/officeart/2005/8/layout/pyramid3"/>
    <dgm:cxn modelId="{8F3FBE4B-2F5E-204B-96BC-48C107CAF316}" type="presOf" srcId="{421F71D9-BC97-2C40-838C-0B877F33BAC9}" destId="{C515C335-7DC9-5B49-9D0A-C99273A261B0}" srcOrd="1" destOrd="0" presId="urn:microsoft.com/office/officeart/2005/8/layout/pyramid3"/>
    <dgm:cxn modelId="{BFC2E971-63C3-D14E-9414-08013F71CAB7}" type="presOf" srcId="{20195651-F7C0-534A-9FE9-DF06DF6845E3}" destId="{958A726D-EE93-7447-9B18-8A78F1328D2D}" srcOrd="1" destOrd="0" presId="urn:microsoft.com/office/officeart/2005/8/layout/pyramid3"/>
    <dgm:cxn modelId="{12DF5E7E-616F-0647-9752-80B6525DDF7B}" srcId="{218B66DC-CBA3-A14B-BA59-E7AD0418E72D}" destId="{20195651-F7C0-534A-9FE9-DF06DF6845E3}" srcOrd="3" destOrd="0" parTransId="{5F18B600-BC86-034B-B61C-E83DD0357E49}" sibTransId="{6BB9EAAD-9088-DA45-BDF0-73E8EAC9B265}"/>
    <dgm:cxn modelId="{94FF137F-42B6-4D4D-A7D3-7EFBBAC3B333}" type="presOf" srcId="{218B66DC-CBA3-A14B-BA59-E7AD0418E72D}" destId="{3D2869C2-BC47-F340-B636-9703D6D0229A}" srcOrd="0" destOrd="0" presId="urn:microsoft.com/office/officeart/2005/8/layout/pyramid3"/>
    <dgm:cxn modelId="{7DAF9691-931C-AF46-838A-0ED1C399DFEA}" type="presOf" srcId="{E48FD23D-08FC-984A-8F8D-5F7ECA1470F7}" destId="{DC830152-B046-294A-A2DE-70BE48CDF1F6}" srcOrd="1" destOrd="0" presId="urn:microsoft.com/office/officeart/2005/8/layout/pyramid3"/>
    <dgm:cxn modelId="{58F415DC-13C4-0247-9170-EFA2CE1E075E}" type="presOf" srcId="{313BD69B-514C-C24A-A0A1-E934D7EC2D9D}" destId="{2D18070D-3FE5-BF42-98E9-1B7BE50E0118}" srcOrd="1" destOrd="0" presId="urn:microsoft.com/office/officeart/2005/8/layout/pyramid3"/>
    <dgm:cxn modelId="{8670DEEB-4592-2F42-BBCE-394D00E6B446}" type="presOf" srcId="{421F71D9-BC97-2C40-838C-0B877F33BAC9}" destId="{052AF422-20C8-3645-8800-9DC2FCCCBDE0}" srcOrd="0" destOrd="0" presId="urn:microsoft.com/office/officeart/2005/8/layout/pyramid3"/>
    <dgm:cxn modelId="{A82183EC-FEDB-C144-97C3-808241FB93F9}" type="presOf" srcId="{E48FD23D-08FC-984A-8F8D-5F7ECA1470F7}" destId="{5F20945D-7CEA-4641-93C7-6A3021928413}" srcOrd="0" destOrd="0" presId="urn:microsoft.com/office/officeart/2005/8/layout/pyramid3"/>
    <dgm:cxn modelId="{D72224F3-5C70-6B49-BA10-5F2EFEDA1322}" srcId="{218B66DC-CBA3-A14B-BA59-E7AD0418E72D}" destId="{313BD69B-514C-C24A-A0A1-E934D7EC2D9D}" srcOrd="1" destOrd="0" parTransId="{387E0274-82F1-4446-8890-392D8F790EAD}" sibTransId="{4DEEA25F-500B-5B45-91AA-962E1F1117AC}"/>
    <dgm:cxn modelId="{3569E5FE-E2D4-C148-B3A2-AA67E678111C}" type="presOf" srcId="{313BD69B-514C-C24A-A0A1-E934D7EC2D9D}" destId="{59487C1B-DA52-9643-B0F7-B778A4DE4B40}" srcOrd="0" destOrd="0" presId="urn:microsoft.com/office/officeart/2005/8/layout/pyramid3"/>
    <dgm:cxn modelId="{1B8652B2-F445-EA44-A6E7-1D73C9EB98B4}" type="presParOf" srcId="{3D2869C2-BC47-F340-B636-9703D6D0229A}" destId="{AE29F564-888A-6D48-98E0-1DF0558C74FA}" srcOrd="0" destOrd="0" presId="urn:microsoft.com/office/officeart/2005/8/layout/pyramid3"/>
    <dgm:cxn modelId="{4F1D1106-AECC-864C-853F-9D6BFB134417}" type="presParOf" srcId="{AE29F564-888A-6D48-98E0-1DF0558C74FA}" destId="{052AF422-20C8-3645-8800-9DC2FCCCBDE0}" srcOrd="0" destOrd="0" presId="urn:microsoft.com/office/officeart/2005/8/layout/pyramid3"/>
    <dgm:cxn modelId="{F171805A-1390-E645-8B51-78F46AFB7E57}" type="presParOf" srcId="{AE29F564-888A-6D48-98E0-1DF0558C74FA}" destId="{C515C335-7DC9-5B49-9D0A-C99273A261B0}" srcOrd="1" destOrd="0" presId="urn:microsoft.com/office/officeart/2005/8/layout/pyramid3"/>
    <dgm:cxn modelId="{1974B643-EAC3-4744-B6F6-BCD28FCC6614}" type="presParOf" srcId="{3D2869C2-BC47-F340-B636-9703D6D0229A}" destId="{D66F6DBE-DA14-1148-BD2C-9B6198471FF3}" srcOrd="1" destOrd="0" presId="urn:microsoft.com/office/officeart/2005/8/layout/pyramid3"/>
    <dgm:cxn modelId="{6F9EE959-2D4D-B440-83BE-81453818CE0E}" type="presParOf" srcId="{D66F6DBE-DA14-1148-BD2C-9B6198471FF3}" destId="{59487C1B-DA52-9643-B0F7-B778A4DE4B40}" srcOrd="0" destOrd="0" presId="urn:microsoft.com/office/officeart/2005/8/layout/pyramid3"/>
    <dgm:cxn modelId="{D2B30DCB-5B2A-5147-A397-2CB0F11679FE}" type="presParOf" srcId="{D66F6DBE-DA14-1148-BD2C-9B6198471FF3}" destId="{2D18070D-3FE5-BF42-98E9-1B7BE50E0118}" srcOrd="1" destOrd="0" presId="urn:microsoft.com/office/officeart/2005/8/layout/pyramid3"/>
    <dgm:cxn modelId="{BC0428BD-2EE8-7248-ACAF-6C3DAB046384}" type="presParOf" srcId="{3D2869C2-BC47-F340-B636-9703D6D0229A}" destId="{B3ED3A8D-BC8E-384A-A464-75A91AE3D054}" srcOrd="2" destOrd="0" presId="urn:microsoft.com/office/officeart/2005/8/layout/pyramid3"/>
    <dgm:cxn modelId="{D17B6736-BEE4-AB41-BA88-433049C7434F}" type="presParOf" srcId="{B3ED3A8D-BC8E-384A-A464-75A91AE3D054}" destId="{5F20945D-7CEA-4641-93C7-6A3021928413}" srcOrd="0" destOrd="0" presId="urn:microsoft.com/office/officeart/2005/8/layout/pyramid3"/>
    <dgm:cxn modelId="{FD560059-6D90-7242-B0B8-F954A6840897}" type="presParOf" srcId="{B3ED3A8D-BC8E-384A-A464-75A91AE3D054}" destId="{DC830152-B046-294A-A2DE-70BE48CDF1F6}" srcOrd="1" destOrd="0" presId="urn:microsoft.com/office/officeart/2005/8/layout/pyramid3"/>
    <dgm:cxn modelId="{BE900391-F8C9-154C-A6EF-0114691786B5}" type="presParOf" srcId="{3D2869C2-BC47-F340-B636-9703D6D0229A}" destId="{0FC9DCAB-3230-3A4E-A284-F7FC1B9FA11C}" srcOrd="3" destOrd="0" presId="urn:microsoft.com/office/officeart/2005/8/layout/pyramid3"/>
    <dgm:cxn modelId="{BBE2F306-A2A1-6F44-A63B-C619E591A4D6}" type="presParOf" srcId="{0FC9DCAB-3230-3A4E-A284-F7FC1B9FA11C}" destId="{830998B8-605B-D24A-8BA4-8A291B14038F}" srcOrd="0" destOrd="0" presId="urn:microsoft.com/office/officeart/2005/8/layout/pyramid3"/>
    <dgm:cxn modelId="{A59A4BB2-99EC-8F41-A8BB-AA8418E98299}" type="presParOf" srcId="{0FC9DCAB-3230-3A4E-A284-F7FC1B9FA11C}" destId="{958A726D-EE93-7447-9B18-8A78F1328D2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8B66DC-CBA3-A14B-BA59-E7AD0418E72D}" type="doc">
      <dgm:prSet loTypeId="urn:microsoft.com/office/officeart/2005/8/layout/pyramid3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421F71D9-BC97-2C40-838C-0B877F33BAC9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Problems</a:t>
          </a:r>
        </a:p>
      </dgm:t>
    </dgm:pt>
    <dgm:pt modelId="{68C8930B-63D1-7D42-B92E-5E2A72E07EBB}" type="parTrans" cxnId="{D29FF50B-37D2-C74B-8143-324E33A47B69}">
      <dgm:prSet/>
      <dgm:spPr/>
      <dgm:t>
        <a:bodyPr/>
        <a:lstStyle/>
        <a:p>
          <a:endParaRPr lang="en-GB"/>
        </a:p>
      </dgm:t>
    </dgm:pt>
    <dgm:pt modelId="{CD6AD651-3EEE-0C49-9EEF-057C9477F0A8}" type="sibTrans" cxnId="{D29FF50B-37D2-C74B-8143-324E33A47B69}">
      <dgm:prSet/>
      <dgm:spPr/>
      <dgm:t>
        <a:bodyPr/>
        <a:lstStyle/>
        <a:p>
          <a:endParaRPr lang="en-GB"/>
        </a:p>
      </dgm:t>
    </dgm:pt>
    <dgm:pt modelId="{313BD69B-514C-C24A-A0A1-E934D7EC2D9D}">
      <dgm:prSet phldrT="[Text]"/>
      <dgm:spPr/>
      <dgm:t>
        <a:bodyPr/>
        <a:lstStyle/>
        <a:p>
          <a:r>
            <a:rPr lang="en-GB" dirty="0"/>
            <a:t>Algorithms</a:t>
          </a:r>
        </a:p>
      </dgm:t>
    </dgm:pt>
    <dgm:pt modelId="{387E0274-82F1-4446-8890-392D8F790EAD}" type="parTrans" cxnId="{D72224F3-5C70-6B49-BA10-5F2EFEDA1322}">
      <dgm:prSet/>
      <dgm:spPr/>
      <dgm:t>
        <a:bodyPr/>
        <a:lstStyle/>
        <a:p>
          <a:endParaRPr lang="en-GB"/>
        </a:p>
      </dgm:t>
    </dgm:pt>
    <dgm:pt modelId="{4DEEA25F-500B-5B45-91AA-962E1F1117AC}" type="sibTrans" cxnId="{D72224F3-5C70-6B49-BA10-5F2EFEDA1322}">
      <dgm:prSet/>
      <dgm:spPr/>
      <dgm:t>
        <a:bodyPr/>
        <a:lstStyle/>
        <a:p>
          <a:endParaRPr lang="en-GB"/>
        </a:p>
      </dgm:t>
    </dgm:pt>
    <dgm:pt modelId="{E48FD23D-08FC-984A-8F8D-5F7ECA1470F7}">
      <dgm:prSet phldrT="[Text]"/>
      <dgm:spPr/>
      <dgm:t>
        <a:bodyPr/>
        <a:lstStyle/>
        <a:p>
          <a:r>
            <a:rPr lang="en-GB" dirty="0"/>
            <a:t>Subroutines</a:t>
          </a:r>
        </a:p>
      </dgm:t>
    </dgm:pt>
    <dgm:pt modelId="{12BF91C0-5BEB-754C-966E-3C5142AFC2F2}" type="parTrans" cxnId="{B51B0D04-F9AE-DA47-8102-552514686E55}">
      <dgm:prSet/>
      <dgm:spPr/>
      <dgm:t>
        <a:bodyPr/>
        <a:lstStyle/>
        <a:p>
          <a:endParaRPr lang="en-GB"/>
        </a:p>
      </dgm:t>
    </dgm:pt>
    <dgm:pt modelId="{FC73A67A-D6B1-3D4C-9E18-5EA86F21D33C}" type="sibTrans" cxnId="{B51B0D04-F9AE-DA47-8102-552514686E55}">
      <dgm:prSet/>
      <dgm:spPr/>
      <dgm:t>
        <a:bodyPr/>
        <a:lstStyle/>
        <a:p>
          <a:endParaRPr lang="en-GB"/>
        </a:p>
      </dgm:t>
    </dgm:pt>
    <dgm:pt modelId="{20195651-F7C0-534A-9FE9-DF06DF6845E3}">
      <dgm:prSet/>
      <dgm:spPr/>
      <dgm:t>
        <a:bodyPr/>
        <a:lstStyle/>
        <a:p>
          <a:r>
            <a:rPr lang="en-GB" dirty="0"/>
            <a:t>Models</a:t>
          </a:r>
        </a:p>
      </dgm:t>
    </dgm:pt>
    <dgm:pt modelId="{5F18B600-BC86-034B-B61C-E83DD0357E49}" type="parTrans" cxnId="{12DF5E7E-616F-0647-9752-80B6525DDF7B}">
      <dgm:prSet/>
      <dgm:spPr/>
      <dgm:t>
        <a:bodyPr/>
        <a:lstStyle/>
        <a:p>
          <a:endParaRPr lang="en-GB"/>
        </a:p>
      </dgm:t>
    </dgm:pt>
    <dgm:pt modelId="{6BB9EAAD-9088-DA45-BDF0-73E8EAC9B265}" type="sibTrans" cxnId="{12DF5E7E-616F-0647-9752-80B6525DDF7B}">
      <dgm:prSet/>
      <dgm:spPr/>
      <dgm:t>
        <a:bodyPr/>
        <a:lstStyle/>
        <a:p>
          <a:endParaRPr lang="en-GB"/>
        </a:p>
      </dgm:t>
    </dgm:pt>
    <dgm:pt modelId="{3D2869C2-BC47-F340-B636-9703D6D0229A}" type="pres">
      <dgm:prSet presAssocID="{218B66DC-CBA3-A14B-BA59-E7AD0418E72D}" presName="Name0" presStyleCnt="0">
        <dgm:presLayoutVars>
          <dgm:dir/>
          <dgm:animLvl val="lvl"/>
          <dgm:resizeHandles val="exact"/>
        </dgm:presLayoutVars>
      </dgm:prSet>
      <dgm:spPr/>
    </dgm:pt>
    <dgm:pt modelId="{AE29F564-888A-6D48-98E0-1DF0558C74FA}" type="pres">
      <dgm:prSet presAssocID="{421F71D9-BC97-2C40-838C-0B877F33BAC9}" presName="Name8" presStyleCnt="0"/>
      <dgm:spPr/>
    </dgm:pt>
    <dgm:pt modelId="{052AF422-20C8-3645-8800-9DC2FCCCBDE0}" type="pres">
      <dgm:prSet presAssocID="{421F71D9-BC97-2C40-838C-0B877F33BAC9}" presName="level" presStyleLbl="node1" presStyleIdx="0" presStyleCnt="4" custLinFactNeighborX="1136" custLinFactNeighborY="2122">
        <dgm:presLayoutVars>
          <dgm:chMax val="1"/>
          <dgm:bulletEnabled val="1"/>
        </dgm:presLayoutVars>
      </dgm:prSet>
      <dgm:spPr/>
    </dgm:pt>
    <dgm:pt modelId="{C515C335-7DC9-5B49-9D0A-C99273A261B0}" type="pres">
      <dgm:prSet presAssocID="{421F71D9-BC97-2C40-838C-0B877F33BAC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66F6DBE-DA14-1148-BD2C-9B6198471FF3}" type="pres">
      <dgm:prSet presAssocID="{313BD69B-514C-C24A-A0A1-E934D7EC2D9D}" presName="Name8" presStyleCnt="0"/>
      <dgm:spPr/>
    </dgm:pt>
    <dgm:pt modelId="{59487C1B-DA52-9643-B0F7-B778A4DE4B40}" type="pres">
      <dgm:prSet presAssocID="{313BD69B-514C-C24A-A0A1-E934D7EC2D9D}" presName="level" presStyleLbl="node1" presStyleIdx="1" presStyleCnt="4">
        <dgm:presLayoutVars>
          <dgm:chMax val="1"/>
          <dgm:bulletEnabled val="1"/>
        </dgm:presLayoutVars>
      </dgm:prSet>
      <dgm:spPr/>
    </dgm:pt>
    <dgm:pt modelId="{2D18070D-3FE5-BF42-98E9-1B7BE50E0118}" type="pres">
      <dgm:prSet presAssocID="{313BD69B-514C-C24A-A0A1-E934D7EC2D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3ED3A8D-BC8E-384A-A464-75A91AE3D054}" type="pres">
      <dgm:prSet presAssocID="{E48FD23D-08FC-984A-8F8D-5F7ECA1470F7}" presName="Name8" presStyleCnt="0"/>
      <dgm:spPr/>
    </dgm:pt>
    <dgm:pt modelId="{5F20945D-7CEA-4641-93C7-6A3021928413}" type="pres">
      <dgm:prSet presAssocID="{E48FD23D-08FC-984A-8F8D-5F7ECA1470F7}" presName="level" presStyleLbl="node1" presStyleIdx="2" presStyleCnt="4">
        <dgm:presLayoutVars>
          <dgm:chMax val="1"/>
          <dgm:bulletEnabled val="1"/>
        </dgm:presLayoutVars>
      </dgm:prSet>
      <dgm:spPr/>
    </dgm:pt>
    <dgm:pt modelId="{DC830152-B046-294A-A2DE-70BE48CDF1F6}" type="pres">
      <dgm:prSet presAssocID="{E48FD23D-08FC-984A-8F8D-5F7ECA1470F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FC9DCAB-3230-3A4E-A284-F7FC1B9FA11C}" type="pres">
      <dgm:prSet presAssocID="{20195651-F7C0-534A-9FE9-DF06DF6845E3}" presName="Name8" presStyleCnt="0"/>
      <dgm:spPr/>
    </dgm:pt>
    <dgm:pt modelId="{830998B8-605B-D24A-8BA4-8A291B14038F}" type="pres">
      <dgm:prSet presAssocID="{20195651-F7C0-534A-9FE9-DF06DF6845E3}" presName="level" presStyleLbl="node1" presStyleIdx="3" presStyleCnt="4">
        <dgm:presLayoutVars>
          <dgm:chMax val="1"/>
          <dgm:bulletEnabled val="1"/>
        </dgm:presLayoutVars>
      </dgm:prSet>
      <dgm:spPr/>
    </dgm:pt>
    <dgm:pt modelId="{958A726D-EE93-7447-9B18-8A78F1328D2D}" type="pres">
      <dgm:prSet presAssocID="{20195651-F7C0-534A-9FE9-DF06DF6845E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B51B0D04-F9AE-DA47-8102-552514686E55}" srcId="{218B66DC-CBA3-A14B-BA59-E7AD0418E72D}" destId="{E48FD23D-08FC-984A-8F8D-5F7ECA1470F7}" srcOrd="2" destOrd="0" parTransId="{12BF91C0-5BEB-754C-966E-3C5142AFC2F2}" sibTransId="{FC73A67A-D6B1-3D4C-9E18-5EA86F21D33C}"/>
    <dgm:cxn modelId="{D29FF50B-37D2-C74B-8143-324E33A47B69}" srcId="{218B66DC-CBA3-A14B-BA59-E7AD0418E72D}" destId="{421F71D9-BC97-2C40-838C-0B877F33BAC9}" srcOrd="0" destOrd="0" parTransId="{68C8930B-63D1-7D42-B92E-5E2A72E07EBB}" sibTransId="{CD6AD651-3EEE-0C49-9EEF-057C9477F0A8}"/>
    <dgm:cxn modelId="{2D763029-791A-2346-8D5B-EE6BA27D1FE7}" type="presOf" srcId="{20195651-F7C0-534A-9FE9-DF06DF6845E3}" destId="{830998B8-605B-D24A-8BA4-8A291B14038F}" srcOrd="0" destOrd="0" presId="urn:microsoft.com/office/officeart/2005/8/layout/pyramid3"/>
    <dgm:cxn modelId="{8F3FBE4B-2F5E-204B-96BC-48C107CAF316}" type="presOf" srcId="{421F71D9-BC97-2C40-838C-0B877F33BAC9}" destId="{C515C335-7DC9-5B49-9D0A-C99273A261B0}" srcOrd="1" destOrd="0" presId="urn:microsoft.com/office/officeart/2005/8/layout/pyramid3"/>
    <dgm:cxn modelId="{BFC2E971-63C3-D14E-9414-08013F71CAB7}" type="presOf" srcId="{20195651-F7C0-534A-9FE9-DF06DF6845E3}" destId="{958A726D-EE93-7447-9B18-8A78F1328D2D}" srcOrd="1" destOrd="0" presId="urn:microsoft.com/office/officeart/2005/8/layout/pyramid3"/>
    <dgm:cxn modelId="{12DF5E7E-616F-0647-9752-80B6525DDF7B}" srcId="{218B66DC-CBA3-A14B-BA59-E7AD0418E72D}" destId="{20195651-F7C0-534A-9FE9-DF06DF6845E3}" srcOrd="3" destOrd="0" parTransId="{5F18B600-BC86-034B-B61C-E83DD0357E49}" sibTransId="{6BB9EAAD-9088-DA45-BDF0-73E8EAC9B265}"/>
    <dgm:cxn modelId="{94FF137F-42B6-4D4D-A7D3-7EFBBAC3B333}" type="presOf" srcId="{218B66DC-CBA3-A14B-BA59-E7AD0418E72D}" destId="{3D2869C2-BC47-F340-B636-9703D6D0229A}" srcOrd="0" destOrd="0" presId="urn:microsoft.com/office/officeart/2005/8/layout/pyramid3"/>
    <dgm:cxn modelId="{7DAF9691-931C-AF46-838A-0ED1C399DFEA}" type="presOf" srcId="{E48FD23D-08FC-984A-8F8D-5F7ECA1470F7}" destId="{DC830152-B046-294A-A2DE-70BE48CDF1F6}" srcOrd="1" destOrd="0" presId="urn:microsoft.com/office/officeart/2005/8/layout/pyramid3"/>
    <dgm:cxn modelId="{58F415DC-13C4-0247-9170-EFA2CE1E075E}" type="presOf" srcId="{313BD69B-514C-C24A-A0A1-E934D7EC2D9D}" destId="{2D18070D-3FE5-BF42-98E9-1B7BE50E0118}" srcOrd="1" destOrd="0" presId="urn:microsoft.com/office/officeart/2005/8/layout/pyramid3"/>
    <dgm:cxn modelId="{8670DEEB-4592-2F42-BBCE-394D00E6B446}" type="presOf" srcId="{421F71D9-BC97-2C40-838C-0B877F33BAC9}" destId="{052AF422-20C8-3645-8800-9DC2FCCCBDE0}" srcOrd="0" destOrd="0" presId="urn:microsoft.com/office/officeart/2005/8/layout/pyramid3"/>
    <dgm:cxn modelId="{A82183EC-FEDB-C144-97C3-808241FB93F9}" type="presOf" srcId="{E48FD23D-08FC-984A-8F8D-5F7ECA1470F7}" destId="{5F20945D-7CEA-4641-93C7-6A3021928413}" srcOrd="0" destOrd="0" presId="urn:microsoft.com/office/officeart/2005/8/layout/pyramid3"/>
    <dgm:cxn modelId="{D72224F3-5C70-6B49-BA10-5F2EFEDA1322}" srcId="{218B66DC-CBA3-A14B-BA59-E7AD0418E72D}" destId="{313BD69B-514C-C24A-A0A1-E934D7EC2D9D}" srcOrd="1" destOrd="0" parTransId="{387E0274-82F1-4446-8890-392D8F790EAD}" sibTransId="{4DEEA25F-500B-5B45-91AA-962E1F1117AC}"/>
    <dgm:cxn modelId="{3569E5FE-E2D4-C148-B3A2-AA67E678111C}" type="presOf" srcId="{313BD69B-514C-C24A-A0A1-E934D7EC2D9D}" destId="{59487C1B-DA52-9643-B0F7-B778A4DE4B40}" srcOrd="0" destOrd="0" presId="urn:microsoft.com/office/officeart/2005/8/layout/pyramid3"/>
    <dgm:cxn modelId="{1B8652B2-F445-EA44-A6E7-1D73C9EB98B4}" type="presParOf" srcId="{3D2869C2-BC47-F340-B636-9703D6D0229A}" destId="{AE29F564-888A-6D48-98E0-1DF0558C74FA}" srcOrd="0" destOrd="0" presId="urn:microsoft.com/office/officeart/2005/8/layout/pyramid3"/>
    <dgm:cxn modelId="{4F1D1106-AECC-864C-853F-9D6BFB134417}" type="presParOf" srcId="{AE29F564-888A-6D48-98E0-1DF0558C74FA}" destId="{052AF422-20C8-3645-8800-9DC2FCCCBDE0}" srcOrd="0" destOrd="0" presId="urn:microsoft.com/office/officeart/2005/8/layout/pyramid3"/>
    <dgm:cxn modelId="{F171805A-1390-E645-8B51-78F46AFB7E57}" type="presParOf" srcId="{AE29F564-888A-6D48-98E0-1DF0558C74FA}" destId="{C515C335-7DC9-5B49-9D0A-C99273A261B0}" srcOrd="1" destOrd="0" presId="urn:microsoft.com/office/officeart/2005/8/layout/pyramid3"/>
    <dgm:cxn modelId="{1974B643-EAC3-4744-B6F6-BCD28FCC6614}" type="presParOf" srcId="{3D2869C2-BC47-F340-B636-9703D6D0229A}" destId="{D66F6DBE-DA14-1148-BD2C-9B6198471FF3}" srcOrd="1" destOrd="0" presId="urn:microsoft.com/office/officeart/2005/8/layout/pyramid3"/>
    <dgm:cxn modelId="{6F9EE959-2D4D-B440-83BE-81453818CE0E}" type="presParOf" srcId="{D66F6DBE-DA14-1148-BD2C-9B6198471FF3}" destId="{59487C1B-DA52-9643-B0F7-B778A4DE4B40}" srcOrd="0" destOrd="0" presId="urn:microsoft.com/office/officeart/2005/8/layout/pyramid3"/>
    <dgm:cxn modelId="{D2B30DCB-5B2A-5147-A397-2CB0F11679FE}" type="presParOf" srcId="{D66F6DBE-DA14-1148-BD2C-9B6198471FF3}" destId="{2D18070D-3FE5-BF42-98E9-1B7BE50E0118}" srcOrd="1" destOrd="0" presId="urn:microsoft.com/office/officeart/2005/8/layout/pyramid3"/>
    <dgm:cxn modelId="{BC0428BD-2EE8-7248-ACAF-6C3DAB046384}" type="presParOf" srcId="{3D2869C2-BC47-F340-B636-9703D6D0229A}" destId="{B3ED3A8D-BC8E-384A-A464-75A91AE3D054}" srcOrd="2" destOrd="0" presId="urn:microsoft.com/office/officeart/2005/8/layout/pyramid3"/>
    <dgm:cxn modelId="{D17B6736-BEE4-AB41-BA88-433049C7434F}" type="presParOf" srcId="{B3ED3A8D-BC8E-384A-A464-75A91AE3D054}" destId="{5F20945D-7CEA-4641-93C7-6A3021928413}" srcOrd="0" destOrd="0" presId="urn:microsoft.com/office/officeart/2005/8/layout/pyramid3"/>
    <dgm:cxn modelId="{FD560059-6D90-7242-B0B8-F954A6840897}" type="presParOf" srcId="{B3ED3A8D-BC8E-384A-A464-75A91AE3D054}" destId="{DC830152-B046-294A-A2DE-70BE48CDF1F6}" srcOrd="1" destOrd="0" presId="urn:microsoft.com/office/officeart/2005/8/layout/pyramid3"/>
    <dgm:cxn modelId="{BE900391-F8C9-154C-A6EF-0114691786B5}" type="presParOf" srcId="{3D2869C2-BC47-F340-B636-9703D6D0229A}" destId="{0FC9DCAB-3230-3A4E-A284-F7FC1B9FA11C}" srcOrd="3" destOrd="0" presId="urn:microsoft.com/office/officeart/2005/8/layout/pyramid3"/>
    <dgm:cxn modelId="{BBE2F306-A2A1-6F44-A63B-C619E591A4D6}" type="presParOf" srcId="{0FC9DCAB-3230-3A4E-A284-F7FC1B9FA11C}" destId="{830998B8-605B-D24A-8BA4-8A291B14038F}" srcOrd="0" destOrd="0" presId="urn:microsoft.com/office/officeart/2005/8/layout/pyramid3"/>
    <dgm:cxn modelId="{A59A4BB2-99EC-8F41-A8BB-AA8418E98299}" type="presParOf" srcId="{0FC9DCAB-3230-3A4E-A284-F7FC1B9FA11C}" destId="{958A726D-EE93-7447-9B18-8A78F1328D2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8B66DC-CBA3-A14B-BA59-E7AD0418E72D}" type="doc">
      <dgm:prSet loTypeId="urn:microsoft.com/office/officeart/2005/8/layout/pyramid3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421F71D9-BC97-2C40-838C-0B877F33BAC9}">
      <dgm:prSet phldrT="[Text]"/>
      <dgm:spPr/>
      <dgm:t>
        <a:bodyPr/>
        <a:lstStyle/>
        <a:p>
          <a:r>
            <a:rPr lang="en-GB" dirty="0"/>
            <a:t>Problems</a:t>
          </a:r>
        </a:p>
      </dgm:t>
    </dgm:pt>
    <dgm:pt modelId="{68C8930B-63D1-7D42-B92E-5E2A72E07EBB}" type="parTrans" cxnId="{D29FF50B-37D2-C74B-8143-324E33A47B69}">
      <dgm:prSet/>
      <dgm:spPr/>
      <dgm:t>
        <a:bodyPr/>
        <a:lstStyle/>
        <a:p>
          <a:endParaRPr lang="en-GB"/>
        </a:p>
      </dgm:t>
    </dgm:pt>
    <dgm:pt modelId="{CD6AD651-3EEE-0C49-9EEF-057C9477F0A8}" type="sibTrans" cxnId="{D29FF50B-37D2-C74B-8143-324E33A47B69}">
      <dgm:prSet/>
      <dgm:spPr/>
      <dgm:t>
        <a:bodyPr/>
        <a:lstStyle/>
        <a:p>
          <a:endParaRPr lang="en-GB"/>
        </a:p>
      </dgm:t>
    </dgm:pt>
    <dgm:pt modelId="{313BD69B-514C-C24A-A0A1-E934D7EC2D9D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Algorithms</a:t>
          </a:r>
        </a:p>
      </dgm:t>
    </dgm:pt>
    <dgm:pt modelId="{387E0274-82F1-4446-8890-392D8F790EAD}" type="parTrans" cxnId="{D72224F3-5C70-6B49-BA10-5F2EFEDA1322}">
      <dgm:prSet/>
      <dgm:spPr/>
      <dgm:t>
        <a:bodyPr/>
        <a:lstStyle/>
        <a:p>
          <a:endParaRPr lang="en-GB"/>
        </a:p>
      </dgm:t>
    </dgm:pt>
    <dgm:pt modelId="{4DEEA25F-500B-5B45-91AA-962E1F1117AC}" type="sibTrans" cxnId="{D72224F3-5C70-6B49-BA10-5F2EFEDA1322}">
      <dgm:prSet/>
      <dgm:spPr/>
      <dgm:t>
        <a:bodyPr/>
        <a:lstStyle/>
        <a:p>
          <a:endParaRPr lang="en-GB"/>
        </a:p>
      </dgm:t>
    </dgm:pt>
    <dgm:pt modelId="{E48FD23D-08FC-984A-8F8D-5F7ECA1470F7}">
      <dgm:prSet phldrT="[Text]"/>
      <dgm:spPr/>
      <dgm:t>
        <a:bodyPr/>
        <a:lstStyle/>
        <a:p>
          <a:r>
            <a:rPr lang="en-GB" dirty="0"/>
            <a:t>Subroutines</a:t>
          </a:r>
        </a:p>
      </dgm:t>
    </dgm:pt>
    <dgm:pt modelId="{12BF91C0-5BEB-754C-966E-3C5142AFC2F2}" type="parTrans" cxnId="{B51B0D04-F9AE-DA47-8102-552514686E55}">
      <dgm:prSet/>
      <dgm:spPr/>
      <dgm:t>
        <a:bodyPr/>
        <a:lstStyle/>
        <a:p>
          <a:endParaRPr lang="en-GB"/>
        </a:p>
      </dgm:t>
    </dgm:pt>
    <dgm:pt modelId="{FC73A67A-D6B1-3D4C-9E18-5EA86F21D33C}" type="sibTrans" cxnId="{B51B0D04-F9AE-DA47-8102-552514686E55}">
      <dgm:prSet/>
      <dgm:spPr/>
      <dgm:t>
        <a:bodyPr/>
        <a:lstStyle/>
        <a:p>
          <a:endParaRPr lang="en-GB"/>
        </a:p>
      </dgm:t>
    </dgm:pt>
    <dgm:pt modelId="{20195651-F7C0-534A-9FE9-DF06DF6845E3}">
      <dgm:prSet/>
      <dgm:spPr/>
      <dgm:t>
        <a:bodyPr/>
        <a:lstStyle/>
        <a:p>
          <a:r>
            <a:rPr lang="en-GB" dirty="0"/>
            <a:t>Models</a:t>
          </a:r>
        </a:p>
      </dgm:t>
    </dgm:pt>
    <dgm:pt modelId="{5F18B600-BC86-034B-B61C-E83DD0357E49}" type="parTrans" cxnId="{12DF5E7E-616F-0647-9752-80B6525DDF7B}">
      <dgm:prSet/>
      <dgm:spPr/>
      <dgm:t>
        <a:bodyPr/>
        <a:lstStyle/>
        <a:p>
          <a:endParaRPr lang="en-GB"/>
        </a:p>
      </dgm:t>
    </dgm:pt>
    <dgm:pt modelId="{6BB9EAAD-9088-DA45-BDF0-73E8EAC9B265}" type="sibTrans" cxnId="{12DF5E7E-616F-0647-9752-80B6525DDF7B}">
      <dgm:prSet/>
      <dgm:spPr/>
      <dgm:t>
        <a:bodyPr/>
        <a:lstStyle/>
        <a:p>
          <a:endParaRPr lang="en-GB"/>
        </a:p>
      </dgm:t>
    </dgm:pt>
    <dgm:pt modelId="{3D2869C2-BC47-F340-B636-9703D6D0229A}" type="pres">
      <dgm:prSet presAssocID="{218B66DC-CBA3-A14B-BA59-E7AD0418E72D}" presName="Name0" presStyleCnt="0">
        <dgm:presLayoutVars>
          <dgm:dir/>
          <dgm:animLvl val="lvl"/>
          <dgm:resizeHandles val="exact"/>
        </dgm:presLayoutVars>
      </dgm:prSet>
      <dgm:spPr/>
    </dgm:pt>
    <dgm:pt modelId="{AE29F564-888A-6D48-98E0-1DF0558C74FA}" type="pres">
      <dgm:prSet presAssocID="{421F71D9-BC97-2C40-838C-0B877F33BAC9}" presName="Name8" presStyleCnt="0"/>
      <dgm:spPr/>
    </dgm:pt>
    <dgm:pt modelId="{052AF422-20C8-3645-8800-9DC2FCCCBDE0}" type="pres">
      <dgm:prSet presAssocID="{421F71D9-BC97-2C40-838C-0B877F33BAC9}" presName="level" presStyleLbl="node1" presStyleIdx="0" presStyleCnt="4" custLinFactNeighborX="1136" custLinFactNeighborY="2122">
        <dgm:presLayoutVars>
          <dgm:chMax val="1"/>
          <dgm:bulletEnabled val="1"/>
        </dgm:presLayoutVars>
      </dgm:prSet>
      <dgm:spPr/>
    </dgm:pt>
    <dgm:pt modelId="{C515C335-7DC9-5B49-9D0A-C99273A261B0}" type="pres">
      <dgm:prSet presAssocID="{421F71D9-BC97-2C40-838C-0B877F33BAC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66F6DBE-DA14-1148-BD2C-9B6198471FF3}" type="pres">
      <dgm:prSet presAssocID="{313BD69B-514C-C24A-A0A1-E934D7EC2D9D}" presName="Name8" presStyleCnt="0"/>
      <dgm:spPr/>
    </dgm:pt>
    <dgm:pt modelId="{59487C1B-DA52-9643-B0F7-B778A4DE4B40}" type="pres">
      <dgm:prSet presAssocID="{313BD69B-514C-C24A-A0A1-E934D7EC2D9D}" presName="level" presStyleLbl="node1" presStyleIdx="1" presStyleCnt="4">
        <dgm:presLayoutVars>
          <dgm:chMax val="1"/>
          <dgm:bulletEnabled val="1"/>
        </dgm:presLayoutVars>
      </dgm:prSet>
      <dgm:spPr/>
    </dgm:pt>
    <dgm:pt modelId="{2D18070D-3FE5-BF42-98E9-1B7BE50E0118}" type="pres">
      <dgm:prSet presAssocID="{313BD69B-514C-C24A-A0A1-E934D7EC2D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3ED3A8D-BC8E-384A-A464-75A91AE3D054}" type="pres">
      <dgm:prSet presAssocID="{E48FD23D-08FC-984A-8F8D-5F7ECA1470F7}" presName="Name8" presStyleCnt="0"/>
      <dgm:spPr/>
    </dgm:pt>
    <dgm:pt modelId="{5F20945D-7CEA-4641-93C7-6A3021928413}" type="pres">
      <dgm:prSet presAssocID="{E48FD23D-08FC-984A-8F8D-5F7ECA1470F7}" presName="level" presStyleLbl="node1" presStyleIdx="2" presStyleCnt="4">
        <dgm:presLayoutVars>
          <dgm:chMax val="1"/>
          <dgm:bulletEnabled val="1"/>
        </dgm:presLayoutVars>
      </dgm:prSet>
      <dgm:spPr/>
    </dgm:pt>
    <dgm:pt modelId="{DC830152-B046-294A-A2DE-70BE48CDF1F6}" type="pres">
      <dgm:prSet presAssocID="{E48FD23D-08FC-984A-8F8D-5F7ECA1470F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FC9DCAB-3230-3A4E-A284-F7FC1B9FA11C}" type="pres">
      <dgm:prSet presAssocID="{20195651-F7C0-534A-9FE9-DF06DF6845E3}" presName="Name8" presStyleCnt="0"/>
      <dgm:spPr/>
    </dgm:pt>
    <dgm:pt modelId="{830998B8-605B-D24A-8BA4-8A291B14038F}" type="pres">
      <dgm:prSet presAssocID="{20195651-F7C0-534A-9FE9-DF06DF6845E3}" presName="level" presStyleLbl="node1" presStyleIdx="3" presStyleCnt="4">
        <dgm:presLayoutVars>
          <dgm:chMax val="1"/>
          <dgm:bulletEnabled val="1"/>
        </dgm:presLayoutVars>
      </dgm:prSet>
      <dgm:spPr/>
    </dgm:pt>
    <dgm:pt modelId="{958A726D-EE93-7447-9B18-8A78F1328D2D}" type="pres">
      <dgm:prSet presAssocID="{20195651-F7C0-534A-9FE9-DF06DF6845E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B51B0D04-F9AE-DA47-8102-552514686E55}" srcId="{218B66DC-CBA3-A14B-BA59-E7AD0418E72D}" destId="{E48FD23D-08FC-984A-8F8D-5F7ECA1470F7}" srcOrd="2" destOrd="0" parTransId="{12BF91C0-5BEB-754C-966E-3C5142AFC2F2}" sibTransId="{FC73A67A-D6B1-3D4C-9E18-5EA86F21D33C}"/>
    <dgm:cxn modelId="{D29FF50B-37D2-C74B-8143-324E33A47B69}" srcId="{218B66DC-CBA3-A14B-BA59-E7AD0418E72D}" destId="{421F71D9-BC97-2C40-838C-0B877F33BAC9}" srcOrd="0" destOrd="0" parTransId="{68C8930B-63D1-7D42-B92E-5E2A72E07EBB}" sibTransId="{CD6AD651-3EEE-0C49-9EEF-057C9477F0A8}"/>
    <dgm:cxn modelId="{2D763029-791A-2346-8D5B-EE6BA27D1FE7}" type="presOf" srcId="{20195651-F7C0-534A-9FE9-DF06DF6845E3}" destId="{830998B8-605B-D24A-8BA4-8A291B14038F}" srcOrd="0" destOrd="0" presId="urn:microsoft.com/office/officeart/2005/8/layout/pyramid3"/>
    <dgm:cxn modelId="{8F3FBE4B-2F5E-204B-96BC-48C107CAF316}" type="presOf" srcId="{421F71D9-BC97-2C40-838C-0B877F33BAC9}" destId="{C515C335-7DC9-5B49-9D0A-C99273A261B0}" srcOrd="1" destOrd="0" presId="urn:microsoft.com/office/officeart/2005/8/layout/pyramid3"/>
    <dgm:cxn modelId="{BFC2E971-63C3-D14E-9414-08013F71CAB7}" type="presOf" srcId="{20195651-F7C0-534A-9FE9-DF06DF6845E3}" destId="{958A726D-EE93-7447-9B18-8A78F1328D2D}" srcOrd="1" destOrd="0" presId="urn:microsoft.com/office/officeart/2005/8/layout/pyramid3"/>
    <dgm:cxn modelId="{12DF5E7E-616F-0647-9752-80B6525DDF7B}" srcId="{218B66DC-CBA3-A14B-BA59-E7AD0418E72D}" destId="{20195651-F7C0-534A-9FE9-DF06DF6845E3}" srcOrd="3" destOrd="0" parTransId="{5F18B600-BC86-034B-B61C-E83DD0357E49}" sibTransId="{6BB9EAAD-9088-DA45-BDF0-73E8EAC9B265}"/>
    <dgm:cxn modelId="{94FF137F-42B6-4D4D-A7D3-7EFBBAC3B333}" type="presOf" srcId="{218B66DC-CBA3-A14B-BA59-E7AD0418E72D}" destId="{3D2869C2-BC47-F340-B636-9703D6D0229A}" srcOrd="0" destOrd="0" presId="urn:microsoft.com/office/officeart/2005/8/layout/pyramid3"/>
    <dgm:cxn modelId="{7DAF9691-931C-AF46-838A-0ED1C399DFEA}" type="presOf" srcId="{E48FD23D-08FC-984A-8F8D-5F7ECA1470F7}" destId="{DC830152-B046-294A-A2DE-70BE48CDF1F6}" srcOrd="1" destOrd="0" presId="urn:microsoft.com/office/officeart/2005/8/layout/pyramid3"/>
    <dgm:cxn modelId="{58F415DC-13C4-0247-9170-EFA2CE1E075E}" type="presOf" srcId="{313BD69B-514C-C24A-A0A1-E934D7EC2D9D}" destId="{2D18070D-3FE5-BF42-98E9-1B7BE50E0118}" srcOrd="1" destOrd="0" presId="urn:microsoft.com/office/officeart/2005/8/layout/pyramid3"/>
    <dgm:cxn modelId="{8670DEEB-4592-2F42-BBCE-394D00E6B446}" type="presOf" srcId="{421F71D9-BC97-2C40-838C-0B877F33BAC9}" destId="{052AF422-20C8-3645-8800-9DC2FCCCBDE0}" srcOrd="0" destOrd="0" presId="urn:microsoft.com/office/officeart/2005/8/layout/pyramid3"/>
    <dgm:cxn modelId="{A82183EC-FEDB-C144-97C3-808241FB93F9}" type="presOf" srcId="{E48FD23D-08FC-984A-8F8D-5F7ECA1470F7}" destId="{5F20945D-7CEA-4641-93C7-6A3021928413}" srcOrd="0" destOrd="0" presId="urn:microsoft.com/office/officeart/2005/8/layout/pyramid3"/>
    <dgm:cxn modelId="{D72224F3-5C70-6B49-BA10-5F2EFEDA1322}" srcId="{218B66DC-CBA3-A14B-BA59-E7AD0418E72D}" destId="{313BD69B-514C-C24A-A0A1-E934D7EC2D9D}" srcOrd="1" destOrd="0" parTransId="{387E0274-82F1-4446-8890-392D8F790EAD}" sibTransId="{4DEEA25F-500B-5B45-91AA-962E1F1117AC}"/>
    <dgm:cxn modelId="{3569E5FE-E2D4-C148-B3A2-AA67E678111C}" type="presOf" srcId="{313BD69B-514C-C24A-A0A1-E934D7EC2D9D}" destId="{59487C1B-DA52-9643-B0F7-B778A4DE4B40}" srcOrd="0" destOrd="0" presId="urn:microsoft.com/office/officeart/2005/8/layout/pyramid3"/>
    <dgm:cxn modelId="{1B8652B2-F445-EA44-A6E7-1D73C9EB98B4}" type="presParOf" srcId="{3D2869C2-BC47-F340-B636-9703D6D0229A}" destId="{AE29F564-888A-6D48-98E0-1DF0558C74FA}" srcOrd="0" destOrd="0" presId="urn:microsoft.com/office/officeart/2005/8/layout/pyramid3"/>
    <dgm:cxn modelId="{4F1D1106-AECC-864C-853F-9D6BFB134417}" type="presParOf" srcId="{AE29F564-888A-6D48-98E0-1DF0558C74FA}" destId="{052AF422-20C8-3645-8800-9DC2FCCCBDE0}" srcOrd="0" destOrd="0" presId="urn:microsoft.com/office/officeart/2005/8/layout/pyramid3"/>
    <dgm:cxn modelId="{F171805A-1390-E645-8B51-78F46AFB7E57}" type="presParOf" srcId="{AE29F564-888A-6D48-98E0-1DF0558C74FA}" destId="{C515C335-7DC9-5B49-9D0A-C99273A261B0}" srcOrd="1" destOrd="0" presId="urn:microsoft.com/office/officeart/2005/8/layout/pyramid3"/>
    <dgm:cxn modelId="{1974B643-EAC3-4744-B6F6-BCD28FCC6614}" type="presParOf" srcId="{3D2869C2-BC47-F340-B636-9703D6D0229A}" destId="{D66F6DBE-DA14-1148-BD2C-9B6198471FF3}" srcOrd="1" destOrd="0" presId="urn:microsoft.com/office/officeart/2005/8/layout/pyramid3"/>
    <dgm:cxn modelId="{6F9EE959-2D4D-B440-83BE-81453818CE0E}" type="presParOf" srcId="{D66F6DBE-DA14-1148-BD2C-9B6198471FF3}" destId="{59487C1B-DA52-9643-B0F7-B778A4DE4B40}" srcOrd="0" destOrd="0" presId="urn:microsoft.com/office/officeart/2005/8/layout/pyramid3"/>
    <dgm:cxn modelId="{D2B30DCB-5B2A-5147-A397-2CB0F11679FE}" type="presParOf" srcId="{D66F6DBE-DA14-1148-BD2C-9B6198471FF3}" destId="{2D18070D-3FE5-BF42-98E9-1B7BE50E0118}" srcOrd="1" destOrd="0" presId="urn:microsoft.com/office/officeart/2005/8/layout/pyramid3"/>
    <dgm:cxn modelId="{BC0428BD-2EE8-7248-ACAF-6C3DAB046384}" type="presParOf" srcId="{3D2869C2-BC47-F340-B636-9703D6D0229A}" destId="{B3ED3A8D-BC8E-384A-A464-75A91AE3D054}" srcOrd="2" destOrd="0" presId="urn:microsoft.com/office/officeart/2005/8/layout/pyramid3"/>
    <dgm:cxn modelId="{D17B6736-BEE4-AB41-BA88-433049C7434F}" type="presParOf" srcId="{B3ED3A8D-BC8E-384A-A464-75A91AE3D054}" destId="{5F20945D-7CEA-4641-93C7-6A3021928413}" srcOrd="0" destOrd="0" presId="urn:microsoft.com/office/officeart/2005/8/layout/pyramid3"/>
    <dgm:cxn modelId="{FD560059-6D90-7242-B0B8-F954A6840897}" type="presParOf" srcId="{B3ED3A8D-BC8E-384A-A464-75A91AE3D054}" destId="{DC830152-B046-294A-A2DE-70BE48CDF1F6}" srcOrd="1" destOrd="0" presId="urn:microsoft.com/office/officeart/2005/8/layout/pyramid3"/>
    <dgm:cxn modelId="{BE900391-F8C9-154C-A6EF-0114691786B5}" type="presParOf" srcId="{3D2869C2-BC47-F340-B636-9703D6D0229A}" destId="{0FC9DCAB-3230-3A4E-A284-F7FC1B9FA11C}" srcOrd="3" destOrd="0" presId="urn:microsoft.com/office/officeart/2005/8/layout/pyramid3"/>
    <dgm:cxn modelId="{BBE2F306-A2A1-6F44-A63B-C619E591A4D6}" type="presParOf" srcId="{0FC9DCAB-3230-3A4E-A284-F7FC1B9FA11C}" destId="{830998B8-605B-D24A-8BA4-8A291B14038F}" srcOrd="0" destOrd="0" presId="urn:microsoft.com/office/officeart/2005/8/layout/pyramid3"/>
    <dgm:cxn modelId="{A59A4BB2-99EC-8F41-A8BB-AA8418E98299}" type="presParOf" srcId="{0FC9DCAB-3230-3A4E-A284-F7FC1B9FA11C}" destId="{958A726D-EE93-7447-9B18-8A78F1328D2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8B66DC-CBA3-A14B-BA59-E7AD0418E72D}" type="doc">
      <dgm:prSet loTypeId="urn:microsoft.com/office/officeart/2005/8/layout/pyramid3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421F71D9-BC97-2C40-838C-0B877F33BAC9}">
      <dgm:prSet phldrT="[Text]"/>
      <dgm:spPr/>
      <dgm:t>
        <a:bodyPr/>
        <a:lstStyle/>
        <a:p>
          <a:r>
            <a:rPr lang="en-GB" dirty="0"/>
            <a:t>Problems</a:t>
          </a:r>
        </a:p>
      </dgm:t>
    </dgm:pt>
    <dgm:pt modelId="{68C8930B-63D1-7D42-B92E-5E2A72E07EBB}" type="parTrans" cxnId="{D29FF50B-37D2-C74B-8143-324E33A47B69}">
      <dgm:prSet/>
      <dgm:spPr/>
      <dgm:t>
        <a:bodyPr/>
        <a:lstStyle/>
        <a:p>
          <a:endParaRPr lang="en-GB"/>
        </a:p>
      </dgm:t>
    </dgm:pt>
    <dgm:pt modelId="{CD6AD651-3EEE-0C49-9EEF-057C9477F0A8}" type="sibTrans" cxnId="{D29FF50B-37D2-C74B-8143-324E33A47B69}">
      <dgm:prSet/>
      <dgm:spPr/>
      <dgm:t>
        <a:bodyPr/>
        <a:lstStyle/>
        <a:p>
          <a:endParaRPr lang="en-GB"/>
        </a:p>
      </dgm:t>
    </dgm:pt>
    <dgm:pt modelId="{313BD69B-514C-C24A-A0A1-E934D7EC2D9D}">
      <dgm:prSet phldrT="[Text]"/>
      <dgm:spPr/>
      <dgm:t>
        <a:bodyPr/>
        <a:lstStyle/>
        <a:p>
          <a:r>
            <a:rPr lang="en-GB" dirty="0"/>
            <a:t>Algorithms</a:t>
          </a:r>
        </a:p>
      </dgm:t>
    </dgm:pt>
    <dgm:pt modelId="{387E0274-82F1-4446-8890-392D8F790EAD}" type="parTrans" cxnId="{D72224F3-5C70-6B49-BA10-5F2EFEDA1322}">
      <dgm:prSet/>
      <dgm:spPr/>
      <dgm:t>
        <a:bodyPr/>
        <a:lstStyle/>
        <a:p>
          <a:endParaRPr lang="en-GB"/>
        </a:p>
      </dgm:t>
    </dgm:pt>
    <dgm:pt modelId="{4DEEA25F-500B-5B45-91AA-962E1F1117AC}" type="sibTrans" cxnId="{D72224F3-5C70-6B49-BA10-5F2EFEDA1322}">
      <dgm:prSet/>
      <dgm:spPr/>
      <dgm:t>
        <a:bodyPr/>
        <a:lstStyle/>
        <a:p>
          <a:endParaRPr lang="en-GB"/>
        </a:p>
      </dgm:t>
    </dgm:pt>
    <dgm:pt modelId="{E48FD23D-08FC-984A-8F8D-5F7ECA1470F7}">
      <dgm:prSet phldrT="[Text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Subroutines</a:t>
          </a:r>
        </a:p>
      </dgm:t>
    </dgm:pt>
    <dgm:pt modelId="{12BF91C0-5BEB-754C-966E-3C5142AFC2F2}" type="parTrans" cxnId="{B51B0D04-F9AE-DA47-8102-552514686E55}">
      <dgm:prSet/>
      <dgm:spPr/>
      <dgm:t>
        <a:bodyPr/>
        <a:lstStyle/>
        <a:p>
          <a:endParaRPr lang="en-GB"/>
        </a:p>
      </dgm:t>
    </dgm:pt>
    <dgm:pt modelId="{FC73A67A-D6B1-3D4C-9E18-5EA86F21D33C}" type="sibTrans" cxnId="{B51B0D04-F9AE-DA47-8102-552514686E55}">
      <dgm:prSet/>
      <dgm:spPr/>
      <dgm:t>
        <a:bodyPr/>
        <a:lstStyle/>
        <a:p>
          <a:endParaRPr lang="en-GB"/>
        </a:p>
      </dgm:t>
    </dgm:pt>
    <dgm:pt modelId="{20195651-F7C0-534A-9FE9-DF06DF6845E3}">
      <dgm:prSet/>
      <dgm:spPr/>
      <dgm:t>
        <a:bodyPr/>
        <a:lstStyle/>
        <a:p>
          <a:r>
            <a:rPr lang="en-GB" dirty="0"/>
            <a:t>Models</a:t>
          </a:r>
        </a:p>
      </dgm:t>
    </dgm:pt>
    <dgm:pt modelId="{5F18B600-BC86-034B-B61C-E83DD0357E49}" type="parTrans" cxnId="{12DF5E7E-616F-0647-9752-80B6525DDF7B}">
      <dgm:prSet/>
      <dgm:spPr/>
      <dgm:t>
        <a:bodyPr/>
        <a:lstStyle/>
        <a:p>
          <a:endParaRPr lang="en-GB"/>
        </a:p>
      </dgm:t>
    </dgm:pt>
    <dgm:pt modelId="{6BB9EAAD-9088-DA45-BDF0-73E8EAC9B265}" type="sibTrans" cxnId="{12DF5E7E-616F-0647-9752-80B6525DDF7B}">
      <dgm:prSet/>
      <dgm:spPr/>
      <dgm:t>
        <a:bodyPr/>
        <a:lstStyle/>
        <a:p>
          <a:endParaRPr lang="en-GB"/>
        </a:p>
      </dgm:t>
    </dgm:pt>
    <dgm:pt modelId="{3D2869C2-BC47-F340-B636-9703D6D0229A}" type="pres">
      <dgm:prSet presAssocID="{218B66DC-CBA3-A14B-BA59-E7AD0418E72D}" presName="Name0" presStyleCnt="0">
        <dgm:presLayoutVars>
          <dgm:dir/>
          <dgm:animLvl val="lvl"/>
          <dgm:resizeHandles val="exact"/>
        </dgm:presLayoutVars>
      </dgm:prSet>
      <dgm:spPr/>
    </dgm:pt>
    <dgm:pt modelId="{AE29F564-888A-6D48-98E0-1DF0558C74FA}" type="pres">
      <dgm:prSet presAssocID="{421F71D9-BC97-2C40-838C-0B877F33BAC9}" presName="Name8" presStyleCnt="0"/>
      <dgm:spPr/>
    </dgm:pt>
    <dgm:pt modelId="{052AF422-20C8-3645-8800-9DC2FCCCBDE0}" type="pres">
      <dgm:prSet presAssocID="{421F71D9-BC97-2C40-838C-0B877F33BAC9}" presName="level" presStyleLbl="node1" presStyleIdx="0" presStyleCnt="4" custLinFactNeighborX="1136" custLinFactNeighborY="2122">
        <dgm:presLayoutVars>
          <dgm:chMax val="1"/>
          <dgm:bulletEnabled val="1"/>
        </dgm:presLayoutVars>
      </dgm:prSet>
      <dgm:spPr/>
    </dgm:pt>
    <dgm:pt modelId="{C515C335-7DC9-5B49-9D0A-C99273A261B0}" type="pres">
      <dgm:prSet presAssocID="{421F71D9-BC97-2C40-838C-0B877F33BAC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66F6DBE-DA14-1148-BD2C-9B6198471FF3}" type="pres">
      <dgm:prSet presAssocID="{313BD69B-514C-C24A-A0A1-E934D7EC2D9D}" presName="Name8" presStyleCnt="0"/>
      <dgm:spPr/>
    </dgm:pt>
    <dgm:pt modelId="{59487C1B-DA52-9643-B0F7-B778A4DE4B40}" type="pres">
      <dgm:prSet presAssocID="{313BD69B-514C-C24A-A0A1-E934D7EC2D9D}" presName="level" presStyleLbl="node1" presStyleIdx="1" presStyleCnt="4">
        <dgm:presLayoutVars>
          <dgm:chMax val="1"/>
          <dgm:bulletEnabled val="1"/>
        </dgm:presLayoutVars>
      </dgm:prSet>
      <dgm:spPr/>
    </dgm:pt>
    <dgm:pt modelId="{2D18070D-3FE5-BF42-98E9-1B7BE50E0118}" type="pres">
      <dgm:prSet presAssocID="{313BD69B-514C-C24A-A0A1-E934D7EC2D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3ED3A8D-BC8E-384A-A464-75A91AE3D054}" type="pres">
      <dgm:prSet presAssocID="{E48FD23D-08FC-984A-8F8D-5F7ECA1470F7}" presName="Name8" presStyleCnt="0"/>
      <dgm:spPr/>
    </dgm:pt>
    <dgm:pt modelId="{5F20945D-7CEA-4641-93C7-6A3021928413}" type="pres">
      <dgm:prSet presAssocID="{E48FD23D-08FC-984A-8F8D-5F7ECA1470F7}" presName="level" presStyleLbl="node1" presStyleIdx="2" presStyleCnt="4">
        <dgm:presLayoutVars>
          <dgm:chMax val="1"/>
          <dgm:bulletEnabled val="1"/>
        </dgm:presLayoutVars>
      </dgm:prSet>
      <dgm:spPr/>
    </dgm:pt>
    <dgm:pt modelId="{DC830152-B046-294A-A2DE-70BE48CDF1F6}" type="pres">
      <dgm:prSet presAssocID="{E48FD23D-08FC-984A-8F8D-5F7ECA1470F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FC9DCAB-3230-3A4E-A284-F7FC1B9FA11C}" type="pres">
      <dgm:prSet presAssocID="{20195651-F7C0-534A-9FE9-DF06DF6845E3}" presName="Name8" presStyleCnt="0"/>
      <dgm:spPr/>
    </dgm:pt>
    <dgm:pt modelId="{830998B8-605B-D24A-8BA4-8A291B14038F}" type="pres">
      <dgm:prSet presAssocID="{20195651-F7C0-534A-9FE9-DF06DF6845E3}" presName="level" presStyleLbl="node1" presStyleIdx="3" presStyleCnt="4">
        <dgm:presLayoutVars>
          <dgm:chMax val="1"/>
          <dgm:bulletEnabled val="1"/>
        </dgm:presLayoutVars>
      </dgm:prSet>
      <dgm:spPr/>
    </dgm:pt>
    <dgm:pt modelId="{958A726D-EE93-7447-9B18-8A78F1328D2D}" type="pres">
      <dgm:prSet presAssocID="{20195651-F7C0-534A-9FE9-DF06DF6845E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B51B0D04-F9AE-DA47-8102-552514686E55}" srcId="{218B66DC-CBA3-A14B-BA59-E7AD0418E72D}" destId="{E48FD23D-08FC-984A-8F8D-5F7ECA1470F7}" srcOrd="2" destOrd="0" parTransId="{12BF91C0-5BEB-754C-966E-3C5142AFC2F2}" sibTransId="{FC73A67A-D6B1-3D4C-9E18-5EA86F21D33C}"/>
    <dgm:cxn modelId="{D29FF50B-37D2-C74B-8143-324E33A47B69}" srcId="{218B66DC-CBA3-A14B-BA59-E7AD0418E72D}" destId="{421F71D9-BC97-2C40-838C-0B877F33BAC9}" srcOrd="0" destOrd="0" parTransId="{68C8930B-63D1-7D42-B92E-5E2A72E07EBB}" sibTransId="{CD6AD651-3EEE-0C49-9EEF-057C9477F0A8}"/>
    <dgm:cxn modelId="{2D763029-791A-2346-8D5B-EE6BA27D1FE7}" type="presOf" srcId="{20195651-F7C0-534A-9FE9-DF06DF6845E3}" destId="{830998B8-605B-D24A-8BA4-8A291B14038F}" srcOrd="0" destOrd="0" presId="urn:microsoft.com/office/officeart/2005/8/layout/pyramid3"/>
    <dgm:cxn modelId="{8F3FBE4B-2F5E-204B-96BC-48C107CAF316}" type="presOf" srcId="{421F71D9-BC97-2C40-838C-0B877F33BAC9}" destId="{C515C335-7DC9-5B49-9D0A-C99273A261B0}" srcOrd="1" destOrd="0" presId="urn:microsoft.com/office/officeart/2005/8/layout/pyramid3"/>
    <dgm:cxn modelId="{BFC2E971-63C3-D14E-9414-08013F71CAB7}" type="presOf" srcId="{20195651-F7C0-534A-9FE9-DF06DF6845E3}" destId="{958A726D-EE93-7447-9B18-8A78F1328D2D}" srcOrd="1" destOrd="0" presId="urn:microsoft.com/office/officeart/2005/8/layout/pyramid3"/>
    <dgm:cxn modelId="{12DF5E7E-616F-0647-9752-80B6525DDF7B}" srcId="{218B66DC-CBA3-A14B-BA59-E7AD0418E72D}" destId="{20195651-F7C0-534A-9FE9-DF06DF6845E3}" srcOrd="3" destOrd="0" parTransId="{5F18B600-BC86-034B-B61C-E83DD0357E49}" sibTransId="{6BB9EAAD-9088-DA45-BDF0-73E8EAC9B265}"/>
    <dgm:cxn modelId="{94FF137F-42B6-4D4D-A7D3-7EFBBAC3B333}" type="presOf" srcId="{218B66DC-CBA3-A14B-BA59-E7AD0418E72D}" destId="{3D2869C2-BC47-F340-B636-9703D6D0229A}" srcOrd="0" destOrd="0" presId="urn:microsoft.com/office/officeart/2005/8/layout/pyramid3"/>
    <dgm:cxn modelId="{7DAF9691-931C-AF46-838A-0ED1C399DFEA}" type="presOf" srcId="{E48FD23D-08FC-984A-8F8D-5F7ECA1470F7}" destId="{DC830152-B046-294A-A2DE-70BE48CDF1F6}" srcOrd="1" destOrd="0" presId="urn:microsoft.com/office/officeart/2005/8/layout/pyramid3"/>
    <dgm:cxn modelId="{58F415DC-13C4-0247-9170-EFA2CE1E075E}" type="presOf" srcId="{313BD69B-514C-C24A-A0A1-E934D7EC2D9D}" destId="{2D18070D-3FE5-BF42-98E9-1B7BE50E0118}" srcOrd="1" destOrd="0" presId="urn:microsoft.com/office/officeart/2005/8/layout/pyramid3"/>
    <dgm:cxn modelId="{8670DEEB-4592-2F42-BBCE-394D00E6B446}" type="presOf" srcId="{421F71D9-BC97-2C40-838C-0B877F33BAC9}" destId="{052AF422-20C8-3645-8800-9DC2FCCCBDE0}" srcOrd="0" destOrd="0" presId="urn:microsoft.com/office/officeart/2005/8/layout/pyramid3"/>
    <dgm:cxn modelId="{A82183EC-FEDB-C144-97C3-808241FB93F9}" type="presOf" srcId="{E48FD23D-08FC-984A-8F8D-5F7ECA1470F7}" destId="{5F20945D-7CEA-4641-93C7-6A3021928413}" srcOrd="0" destOrd="0" presId="urn:microsoft.com/office/officeart/2005/8/layout/pyramid3"/>
    <dgm:cxn modelId="{D72224F3-5C70-6B49-BA10-5F2EFEDA1322}" srcId="{218B66DC-CBA3-A14B-BA59-E7AD0418E72D}" destId="{313BD69B-514C-C24A-A0A1-E934D7EC2D9D}" srcOrd="1" destOrd="0" parTransId="{387E0274-82F1-4446-8890-392D8F790EAD}" sibTransId="{4DEEA25F-500B-5B45-91AA-962E1F1117AC}"/>
    <dgm:cxn modelId="{3569E5FE-E2D4-C148-B3A2-AA67E678111C}" type="presOf" srcId="{313BD69B-514C-C24A-A0A1-E934D7EC2D9D}" destId="{59487C1B-DA52-9643-B0F7-B778A4DE4B40}" srcOrd="0" destOrd="0" presId="urn:microsoft.com/office/officeart/2005/8/layout/pyramid3"/>
    <dgm:cxn modelId="{1B8652B2-F445-EA44-A6E7-1D73C9EB98B4}" type="presParOf" srcId="{3D2869C2-BC47-F340-B636-9703D6D0229A}" destId="{AE29F564-888A-6D48-98E0-1DF0558C74FA}" srcOrd="0" destOrd="0" presId="urn:microsoft.com/office/officeart/2005/8/layout/pyramid3"/>
    <dgm:cxn modelId="{4F1D1106-AECC-864C-853F-9D6BFB134417}" type="presParOf" srcId="{AE29F564-888A-6D48-98E0-1DF0558C74FA}" destId="{052AF422-20C8-3645-8800-9DC2FCCCBDE0}" srcOrd="0" destOrd="0" presId="urn:microsoft.com/office/officeart/2005/8/layout/pyramid3"/>
    <dgm:cxn modelId="{F171805A-1390-E645-8B51-78F46AFB7E57}" type="presParOf" srcId="{AE29F564-888A-6D48-98E0-1DF0558C74FA}" destId="{C515C335-7DC9-5B49-9D0A-C99273A261B0}" srcOrd="1" destOrd="0" presId="urn:microsoft.com/office/officeart/2005/8/layout/pyramid3"/>
    <dgm:cxn modelId="{1974B643-EAC3-4744-B6F6-BCD28FCC6614}" type="presParOf" srcId="{3D2869C2-BC47-F340-B636-9703D6D0229A}" destId="{D66F6DBE-DA14-1148-BD2C-9B6198471FF3}" srcOrd="1" destOrd="0" presId="urn:microsoft.com/office/officeart/2005/8/layout/pyramid3"/>
    <dgm:cxn modelId="{6F9EE959-2D4D-B440-83BE-81453818CE0E}" type="presParOf" srcId="{D66F6DBE-DA14-1148-BD2C-9B6198471FF3}" destId="{59487C1B-DA52-9643-B0F7-B778A4DE4B40}" srcOrd="0" destOrd="0" presId="urn:microsoft.com/office/officeart/2005/8/layout/pyramid3"/>
    <dgm:cxn modelId="{D2B30DCB-5B2A-5147-A397-2CB0F11679FE}" type="presParOf" srcId="{D66F6DBE-DA14-1148-BD2C-9B6198471FF3}" destId="{2D18070D-3FE5-BF42-98E9-1B7BE50E0118}" srcOrd="1" destOrd="0" presId="urn:microsoft.com/office/officeart/2005/8/layout/pyramid3"/>
    <dgm:cxn modelId="{BC0428BD-2EE8-7248-ACAF-6C3DAB046384}" type="presParOf" srcId="{3D2869C2-BC47-F340-B636-9703D6D0229A}" destId="{B3ED3A8D-BC8E-384A-A464-75A91AE3D054}" srcOrd="2" destOrd="0" presId="urn:microsoft.com/office/officeart/2005/8/layout/pyramid3"/>
    <dgm:cxn modelId="{D17B6736-BEE4-AB41-BA88-433049C7434F}" type="presParOf" srcId="{B3ED3A8D-BC8E-384A-A464-75A91AE3D054}" destId="{5F20945D-7CEA-4641-93C7-6A3021928413}" srcOrd="0" destOrd="0" presId="urn:microsoft.com/office/officeart/2005/8/layout/pyramid3"/>
    <dgm:cxn modelId="{FD560059-6D90-7242-B0B8-F954A6840897}" type="presParOf" srcId="{B3ED3A8D-BC8E-384A-A464-75A91AE3D054}" destId="{DC830152-B046-294A-A2DE-70BE48CDF1F6}" srcOrd="1" destOrd="0" presId="urn:microsoft.com/office/officeart/2005/8/layout/pyramid3"/>
    <dgm:cxn modelId="{BE900391-F8C9-154C-A6EF-0114691786B5}" type="presParOf" srcId="{3D2869C2-BC47-F340-B636-9703D6D0229A}" destId="{0FC9DCAB-3230-3A4E-A284-F7FC1B9FA11C}" srcOrd="3" destOrd="0" presId="urn:microsoft.com/office/officeart/2005/8/layout/pyramid3"/>
    <dgm:cxn modelId="{BBE2F306-A2A1-6F44-A63B-C619E591A4D6}" type="presParOf" srcId="{0FC9DCAB-3230-3A4E-A284-F7FC1B9FA11C}" destId="{830998B8-605B-D24A-8BA4-8A291B14038F}" srcOrd="0" destOrd="0" presId="urn:microsoft.com/office/officeart/2005/8/layout/pyramid3"/>
    <dgm:cxn modelId="{A59A4BB2-99EC-8F41-A8BB-AA8418E98299}" type="presParOf" srcId="{0FC9DCAB-3230-3A4E-A284-F7FC1B9FA11C}" destId="{958A726D-EE93-7447-9B18-8A78F1328D2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18B66DC-CBA3-A14B-BA59-E7AD0418E72D}" type="doc">
      <dgm:prSet loTypeId="urn:microsoft.com/office/officeart/2005/8/layout/pyramid3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421F71D9-BC97-2C40-838C-0B877F33BAC9}">
      <dgm:prSet phldrT="[Text]"/>
      <dgm:spPr/>
      <dgm:t>
        <a:bodyPr/>
        <a:lstStyle/>
        <a:p>
          <a:r>
            <a:rPr lang="en-GB" dirty="0"/>
            <a:t>Problems</a:t>
          </a:r>
        </a:p>
      </dgm:t>
    </dgm:pt>
    <dgm:pt modelId="{68C8930B-63D1-7D42-B92E-5E2A72E07EBB}" type="parTrans" cxnId="{D29FF50B-37D2-C74B-8143-324E33A47B69}">
      <dgm:prSet/>
      <dgm:spPr/>
      <dgm:t>
        <a:bodyPr/>
        <a:lstStyle/>
        <a:p>
          <a:endParaRPr lang="en-GB"/>
        </a:p>
      </dgm:t>
    </dgm:pt>
    <dgm:pt modelId="{CD6AD651-3EEE-0C49-9EEF-057C9477F0A8}" type="sibTrans" cxnId="{D29FF50B-37D2-C74B-8143-324E33A47B69}">
      <dgm:prSet/>
      <dgm:spPr/>
      <dgm:t>
        <a:bodyPr/>
        <a:lstStyle/>
        <a:p>
          <a:endParaRPr lang="en-GB"/>
        </a:p>
      </dgm:t>
    </dgm:pt>
    <dgm:pt modelId="{313BD69B-514C-C24A-A0A1-E934D7EC2D9D}">
      <dgm:prSet phldrT="[Text]"/>
      <dgm:spPr/>
      <dgm:t>
        <a:bodyPr/>
        <a:lstStyle/>
        <a:p>
          <a:r>
            <a:rPr lang="en-GB" dirty="0"/>
            <a:t>Algorithms</a:t>
          </a:r>
        </a:p>
      </dgm:t>
    </dgm:pt>
    <dgm:pt modelId="{387E0274-82F1-4446-8890-392D8F790EAD}" type="parTrans" cxnId="{D72224F3-5C70-6B49-BA10-5F2EFEDA1322}">
      <dgm:prSet/>
      <dgm:spPr/>
      <dgm:t>
        <a:bodyPr/>
        <a:lstStyle/>
        <a:p>
          <a:endParaRPr lang="en-GB"/>
        </a:p>
      </dgm:t>
    </dgm:pt>
    <dgm:pt modelId="{4DEEA25F-500B-5B45-91AA-962E1F1117AC}" type="sibTrans" cxnId="{D72224F3-5C70-6B49-BA10-5F2EFEDA1322}">
      <dgm:prSet/>
      <dgm:spPr/>
      <dgm:t>
        <a:bodyPr/>
        <a:lstStyle/>
        <a:p>
          <a:endParaRPr lang="en-GB"/>
        </a:p>
      </dgm:t>
    </dgm:pt>
    <dgm:pt modelId="{E48FD23D-08FC-984A-8F8D-5F7ECA1470F7}">
      <dgm:prSet phldrT="[Text]"/>
      <dgm:spPr/>
      <dgm:t>
        <a:bodyPr/>
        <a:lstStyle/>
        <a:p>
          <a:r>
            <a:rPr lang="en-GB" dirty="0"/>
            <a:t>Subroutines</a:t>
          </a:r>
        </a:p>
      </dgm:t>
    </dgm:pt>
    <dgm:pt modelId="{12BF91C0-5BEB-754C-966E-3C5142AFC2F2}" type="parTrans" cxnId="{B51B0D04-F9AE-DA47-8102-552514686E55}">
      <dgm:prSet/>
      <dgm:spPr/>
      <dgm:t>
        <a:bodyPr/>
        <a:lstStyle/>
        <a:p>
          <a:endParaRPr lang="en-GB"/>
        </a:p>
      </dgm:t>
    </dgm:pt>
    <dgm:pt modelId="{FC73A67A-D6B1-3D4C-9E18-5EA86F21D33C}" type="sibTrans" cxnId="{B51B0D04-F9AE-DA47-8102-552514686E55}">
      <dgm:prSet/>
      <dgm:spPr/>
      <dgm:t>
        <a:bodyPr/>
        <a:lstStyle/>
        <a:p>
          <a:endParaRPr lang="en-GB"/>
        </a:p>
      </dgm:t>
    </dgm:pt>
    <dgm:pt modelId="{20195651-F7C0-534A-9FE9-DF06DF6845E3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GB" dirty="0"/>
            <a:t>Models</a:t>
          </a:r>
        </a:p>
      </dgm:t>
    </dgm:pt>
    <dgm:pt modelId="{5F18B600-BC86-034B-B61C-E83DD0357E49}" type="parTrans" cxnId="{12DF5E7E-616F-0647-9752-80B6525DDF7B}">
      <dgm:prSet/>
      <dgm:spPr/>
      <dgm:t>
        <a:bodyPr/>
        <a:lstStyle/>
        <a:p>
          <a:endParaRPr lang="en-GB"/>
        </a:p>
      </dgm:t>
    </dgm:pt>
    <dgm:pt modelId="{6BB9EAAD-9088-DA45-BDF0-73E8EAC9B265}" type="sibTrans" cxnId="{12DF5E7E-616F-0647-9752-80B6525DDF7B}">
      <dgm:prSet/>
      <dgm:spPr/>
      <dgm:t>
        <a:bodyPr/>
        <a:lstStyle/>
        <a:p>
          <a:endParaRPr lang="en-GB"/>
        </a:p>
      </dgm:t>
    </dgm:pt>
    <dgm:pt modelId="{3D2869C2-BC47-F340-B636-9703D6D0229A}" type="pres">
      <dgm:prSet presAssocID="{218B66DC-CBA3-A14B-BA59-E7AD0418E72D}" presName="Name0" presStyleCnt="0">
        <dgm:presLayoutVars>
          <dgm:dir/>
          <dgm:animLvl val="lvl"/>
          <dgm:resizeHandles val="exact"/>
        </dgm:presLayoutVars>
      </dgm:prSet>
      <dgm:spPr/>
    </dgm:pt>
    <dgm:pt modelId="{AE29F564-888A-6D48-98E0-1DF0558C74FA}" type="pres">
      <dgm:prSet presAssocID="{421F71D9-BC97-2C40-838C-0B877F33BAC9}" presName="Name8" presStyleCnt="0"/>
      <dgm:spPr/>
    </dgm:pt>
    <dgm:pt modelId="{052AF422-20C8-3645-8800-9DC2FCCCBDE0}" type="pres">
      <dgm:prSet presAssocID="{421F71D9-BC97-2C40-838C-0B877F33BAC9}" presName="level" presStyleLbl="node1" presStyleIdx="0" presStyleCnt="4" custLinFactNeighborX="1136" custLinFactNeighborY="2122">
        <dgm:presLayoutVars>
          <dgm:chMax val="1"/>
          <dgm:bulletEnabled val="1"/>
        </dgm:presLayoutVars>
      </dgm:prSet>
      <dgm:spPr/>
    </dgm:pt>
    <dgm:pt modelId="{C515C335-7DC9-5B49-9D0A-C99273A261B0}" type="pres">
      <dgm:prSet presAssocID="{421F71D9-BC97-2C40-838C-0B877F33BAC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66F6DBE-DA14-1148-BD2C-9B6198471FF3}" type="pres">
      <dgm:prSet presAssocID="{313BD69B-514C-C24A-A0A1-E934D7EC2D9D}" presName="Name8" presStyleCnt="0"/>
      <dgm:spPr/>
    </dgm:pt>
    <dgm:pt modelId="{59487C1B-DA52-9643-B0F7-B778A4DE4B40}" type="pres">
      <dgm:prSet presAssocID="{313BD69B-514C-C24A-A0A1-E934D7EC2D9D}" presName="level" presStyleLbl="node1" presStyleIdx="1" presStyleCnt="4">
        <dgm:presLayoutVars>
          <dgm:chMax val="1"/>
          <dgm:bulletEnabled val="1"/>
        </dgm:presLayoutVars>
      </dgm:prSet>
      <dgm:spPr/>
    </dgm:pt>
    <dgm:pt modelId="{2D18070D-3FE5-BF42-98E9-1B7BE50E0118}" type="pres">
      <dgm:prSet presAssocID="{313BD69B-514C-C24A-A0A1-E934D7EC2D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3ED3A8D-BC8E-384A-A464-75A91AE3D054}" type="pres">
      <dgm:prSet presAssocID="{E48FD23D-08FC-984A-8F8D-5F7ECA1470F7}" presName="Name8" presStyleCnt="0"/>
      <dgm:spPr/>
    </dgm:pt>
    <dgm:pt modelId="{5F20945D-7CEA-4641-93C7-6A3021928413}" type="pres">
      <dgm:prSet presAssocID="{E48FD23D-08FC-984A-8F8D-5F7ECA1470F7}" presName="level" presStyleLbl="node1" presStyleIdx="2" presStyleCnt="4">
        <dgm:presLayoutVars>
          <dgm:chMax val="1"/>
          <dgm:bulletEnabled val="1"/>
        </dgm:presLayoutVars>
      </dgm:prSet>
      <dgm:spPr/>
    </dgm:pt>
    <dgm:pt modelId="{DC830152-B046-294A-A2DE-70BE48CDF1F6}" type="pres">
      <dgm:prSet presAssocID="{E48FD23D-08FC-984A-8F8D-5F7ECA1470F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FC9DCAB-3230-3A4E-A284-F7FC1B9FA11C}" type="pres">
      <dgm:prSet presAssocID="{20195651-F7C0-534A-9FE9-DF06DF6845E3}" presName="Name8" presStyleCnt="0"/>
      <dgm:spPr/>
    </dgm:pt>
    <dgm:pt modelId="{830998B8-605B-D24A-8BA4-8A291B14038F}" type="pres">
      <dgm:prSet presAssocID="{20195651-F7C0-534A-9FE9-DF06DF6845E3}" presName="level" presStyleLbl="node1" presStyleIdx="3" presStyleCnt="4">
        <dgm:presLayoutVars>
          <dgm:chMax val="1"/>
          <dgm:bulletEnabled val="1"/>
        </dgm:presLayoutVars>
      </dgm:prSet>
      <dgm:spPr/>
    </dgm:pt>
    <dgm:pt modelId="{958A726D-EE93-7447-9B18-8A78F1328D2D}" type="pres">
      <dgm:prSet presAssocID="{20195651-F7C0-534A-9FE9-DF06DF6845E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B51B0D04-F9AE-DA47-8102-552514686E55}" srcId="{218B66DC-CBA3-A14B-BA59-E7AD0418E72D}" destId="{E48FD23D-08FC-984A-8F8D-5F7ECA1470F7}" srcOrd="2" destOrd="0" parTransId="{12BF91C0-5BEB-754C-966E-3C5142AFC2F2}" sibTransId="{FC73A67A-D6B1-3D4C-9E18-5EA86F21D33C}"/>
    <dgm:cxn modelId="{D29FF50B-37D2-C74B-8143-324E33A47B69}" srcId="{218B66DC-CBA3-A14B-BA59-E7AD0418E72D}" destId="{421F71D9-BC97-2C40-838C-0B877F33BAC9}" srcOrd="0" destOrd="0" parTransId="{68C8930B-63D1-7D42-B92E-5E2A72E07EBB}" sibTransId="{CD6AD651-3EEE-0C49-9EEF-057C9477F0A8}"/>
    <dgm:cxn modelId="{2D763029-791A-2346-8D5B-EE6BA27D1FE7}" type="presOf" srcId="{20195651-F7C0-534A-9FE9-DF06DF6845E3}" destId="{830998B8-605B-D24A-8BA4-8A291B14038F}" srcOrd="0" destOrd="0" presId="urn:microsoft.com/office/officeart/2005/8/layout/pyramid3"/>
    <dgm:cxn modelId="{8F3FBE4B-2F5E-204B-96BC-48C107CAF316}" type="presOf" srcId="{421F71D9-BC97-2C40-838C-0B877F33BAC9}" destId="{C515C335-7DC9-5B49-9D0A-C99273A261B0}" srcOrd="1" destOrd="0" presId="urn:microsoft.com/office/officeart/2005/8/layout/pyramid3"/>
    <dgm:cxn modelId="{BFC2E971-63C3-D14E-9414-08013F71CAB7}" type="presOf" srcId="{20195651-F7C0-534A-9FE9-DF06DF6845E3}" destId="{958A726D-EE93-7447-9B18-8A78F1328D2D}" srcOrd="1" destOrd="0" presId="urn:microsoft.com/office/officeart/2005/8/layout/pyramid3"/>
    <dgm:cxn modelId="{12DF5E7E-616F-0647-9752-80B6525DDF7B}" srcId="{218B66DC-CBA3-A14B-BA59-E7AD0418E72D}" destId="{20195651-F7C0-534A-9FE9-DF06DF6845E3}" srcOrd="3" destOrd="0" parTransId="{5F18B600-BC86-034B-B61C-E83DD0357E49}" sibTransId="{6BB9EAAD-9088-DA45-BDF0-73E8EAC9B265}"/>
    <dgm:cxn modelId="{94FF137F-42B6-4D4D-A7D3-7EFBBAC3B333}" type="presOf" srcId="{218B66DC-CBA3-A14B-BA59-E7AD0418E72D}" destId="{3D2869C2-BC47-F340-B636-9703D6D0229A}" srcOrd="0" destOrd="0" presId="urn:microsoft.com/office/officeart/2005/8/layout/pyramid3"/>
    <dgm:cxn modelId="{7DAF9691-931C-AF46-838A-0ED1C399DFEA}" type="presOf" srcId="{E48FD23D-08FC-984A-8F8D-5F7ECA1470F7}" destId="{DC830152-B046-294A-A2DE-70BE48CDF1F6}" srcOrd="1" destOrd="0" presId="urn:microsoft.com/office/officeart/2005/8/layout/pyramid3"/>
    <dgm:cxn modelId="{58F415DC-13C4-0247-9170-EFA2CE1E075E}" type="presOf" srcId="{313BD69B-514C-C24A-A0A1-E934D7EC2D9D}" destId="{2D18070D-3FE5-BF42-98E9-1B7BE50E0118}" srcOrd="1" destOrd="0" presId="urn:microsoft.com/office/officeart/2005/8/layout/pyramid3"/>
    <dgm:cxn modelId="{8670DEEB-4592-2F42-BBCE-394D00E6B446}" type="presOf" srcId="{421F71D9-BC97-2C40-838C-0B877F33BAC9}" destId="{052AF422-20C8-3645-8800-9DC2FCCCBDE0}" srcOrd="0" destOrd="0" presId="urn:microsoft.com/office/officeart/2005/8/layout/pyramid3"/>
    <dgm:cxn modelId="{A82183EC-FEDB-C144-97C3-808241FB93F9}" type="presOf" srcId="{E48FD23D-08FC-984A-8F8D-5F7ECA1470F7}" destId="{5F20945D-7CEA-4641-93C7-6A3021928413}" srcOrd="0" destOrd="0" presId="urn:microsoft.com/office/officeart/2005/8/layout/pyramid3"/>
    <dgm:cxn modelId="{D72224F3-5C70-6B49-BA10-5F2EFEDA1322}" srcId="{218B66DC-CBA3-A14B-BA59-E7AD0418E72D}" destId="{313BD69B-514C-C24A-A0A1-E934D7EC2D9D}" srcOrd="1" destOrd="0" parTransId="{387E0274-82F1-4446-8890-392D8F790EAD}" sibTransId="{4DEEA25F-500B-5B45-91AA-962E1F1117AC}"/>
    <dgm:cxn modelId="{3569E5FE-E2D4-C148-B3A2-AA67E678111C}" type="presOf" srcId="{313BD69B-514C-C24A-A0A1-E934D7EC2D9D}" destId="{59487C1B-DA52-9643-B0F7-B778A4DE4B40}" srcOrd="0" destOrd="0" presId="urn:microsoft.com/office/officeart/2005/8/layout/pyramid3"/>
    <dgm:cxn modelId="{1B8652B2-F445-EA44-A6E7-1D73C9EB98B4}" type="presParOf" srcId="{3D2869C2-BC47-F340-B636-9703D6D0229A}" destId="{AE29F564-888A-6D48-98E0-1DF0558C74FA}" srcOrd="0" destOrd="0" presId="urn:microsoft.com/office/officeart/2005/8/layout/pyramid3"/>
    <dgm:cxn modelId="{4F1D1106-AECC-864C-853F-9D6BFB134417}" type="presParOf" srcId="{AE29F564-888A-6D48-98E0-1DF0558C74FA}" destId="{052AF422-20C8-3645-8800-9DC2FCCCBDE0}" srcOrd="0" destOrd="0" presId="urn:microsoft.com/office/officeart/2005/8/layout/pyramid3"/>
    <dgm:cxn modelId="{F171805A-1390-E645-8B51-78F46AFB7E57}" type="presParOf" srcId="{AE29F564-888A-6D48-98E0-1DF0558C74FA}" destId="{C515C335-7DC9-5B49-9D0A-C99273A261B0}" srcOrd="1" destOrd="0" presId="urn:microsoft.com/office/officeart/2005/8/layout/pyramid3"/>
    <dgm:cxn modelId="{1974B643-EAC3-4744-B6F6-BCD28FCC6614}" type="presParOf" srcId="{3D2869C2-BC47-F340-B636-9703D6D0229A}" destId="{D66F6DBE-DA14-1148-BD2C-9B6198471FF3}" srcOrd="1" destOrd="0" presId="urn:microsoft.com/office/officeart/2005/8/layout/pyramid3"/>
    <dgm:cxn modelId="{6F9EE959-2D4D-B440-83BE-81453818CE0E}" type="presParOf" srcId="{D66F6DBE-DA14-1148-BD2C-9B6198471FF3}" destId="{59487C1B-DA52-9643-B0F7-B778A4DE4B40}" srcOrd="0" destOrd="0" presId="urn:microsoft.com/office/officeart/2005/8/layout/pyramid3"/>
    <dgm:cxn modelId="{D2B30DCB-5B2A-5147-A397-2CB0F11679FE}" type="presParOf" srcId="{D66F6DBE-DA14-1148-BD2C-9B6198471FF3}" destId="{2D18070D-3FE5-BF42-98E9-1B7BE50E0118}" srcOrd="1" destOrd="0" presId="urn:microsoft.com/office/officeart/2005/8/layout/pyramid3"/>
    <dgm:cxn modelId="{BC0428BD-2EE8-7248-ACAF-6C3DAB046384}" type="presParOf" srcId="{3D2869C2-BC47-F340-B636-9703D6D0229A}" destId="{B3ED3A8D-BC8E-384A-A464-75A91AE3D054}" srcOrd="2" destOrd="0" presId="urn:microsoft.com/office/officeart/2005/8/layout/pyramid3"/>
    <dgm:cxn modelId="{D17B6736-BEE4-AB41-BA88-433049C7434F}" type="presParOf" srcId="{B3ED3A8D-BC8E-384A-A464-75A91AE3D054}" destId="{5F20945D-7CEA-4641-93C7-6A3021928413}" srcOrd="0" destOrd="0" presId="urn:microsoft.com/office/officeart/2005/8/layout/pyramid3"/>
    <dgm:cxn modelId="{FD560059-6D90-7242-B0B8-F954A6840897}" type="presParOf" srcId="{B3ED3A8D-BC8E-384A-A464-75A91AE3D054}" destId="{DC830152-B046-294A-A2DE-70BE48CDF1F6}" srcOrd="1" destOrd="0" presId="urn:microsoft.com/office/officeart/2005/8/layout/pyramid3"/>
    <dgm:cxn modelId="{BE900391-F8C9-154C-A6EF-0114691786B5}" type="presParOf" srcId="{3D2869C2-BC47-F340-B636-9703D6D0229A}" destId="{0FC9DCAB-3230-3A4E-A284-F7FC1B9FA11C}" srcOrd="3" destOrd="0" presId="urn:microsoft.com/office/officeart/2005/8/layout/pyramid3"/>
    <dgm:cxn modelId="{BBE2F306-A2A1-6F44-A63B-C619E591A4D6}" type="presParOf" srcId="{0FC9DCAB-3230-3A4E-A284-F7FC1B9FA11C}" destId="{830998B8-605B-D24A-8BA4-8A291B14038F}" srcOrd="0" destOrd="0" presId="urn:microsoft.com/office/officeart/2005/8/layout/pyramid3"/>
    <dgm:cxn modelId="{A59A4BB2-99EC-8F41-A8BB-AA8418E98299}" type="presParOf" srcId="{0FC9DCAB-3230-3A4E-A284-F7FC1B9FA11C}" destId="{958A726D-EE93-7447-9B18-8A78F1328D2D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AF422-20C8-3645-8800-9DC2FCCCBDE0}">
      <dsp:nvSpPr>
        <dsp:cNvPr id="0" name=""/>
        <dsp:cNvSpPr/>
      </dsp:nvSpPr>
      <dsp:spPr>
        <a:xfrm rot="10800000">
          <a:off x="0" y="16838"/>
          <a:ext cx="9071264" cy="793497"/>
        </a:xfrm>
        <a:prstGeom prst="trapezoid">
          <a:avLst>
            <a:gd name="adj" fmla="val 1429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200" kern="1200" dirty="0"/>
            <a:t>Problems</a:t>
          </a:r>
        </a:p>
      </dsp:txBody>
      <dsp:txXfrm rot="-10800000">
        <a:off x="1587471" y="16838"/>
        <a:ext cx="5896321" cy="793497"/>
      </dsp:txXfrm>
    </dsp:sp>
    <dsp:sp modelId="{59487C1B-DA52-9643-B0F7-B778A4DE4B40}">
      <dsp:nvSpPr>
        <dsp:cNvPr id="0" name=""/>
        <dsp:cNvSpPr/>
      </dsp:nvSpPr>
      <dsp:spPr>
        <a:xfrm rot="10800000">
          <a:off x="1133907" y="793497"/>
          <a:ext cx="6803448" cy="793497"/>
        </a:xfrm>
        <a:prstGeom prst="trapezoid">
          <a:avLst>
            <a:gd name="adj" fmla="val 1429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200" kern="1200" dirty="0"/>
            <a:t>Algorithms</a:t>
          </a:r>
        </a:p>
      </dsp:txBody>
      <dsp:txXfrm rot="-10800000">
        <a:off x="2324511" y="793497"/>
        <a:ext cx="4422241" cy="793497"/>
      </dsp:txXfrm>
    </dsp:sp>
    <dsp:sp modelId="{5F20945D-7CEA-4641-93C7-6A3021928413}">
      <dsp:nvSpPr>
        <dsp:cNvPr id="0" name=""/>
        <dsp:cNvSpPr/>
      </dsp:nvSpPr>
      <dsp:spPr>
        <a:xfrm rot="10800000">
          <a:off x="2267815" y="1586995"/>
          <a:ext cx="4535632" cy="793497"/>
        </a:xfrm>
        <a:prstGeom prst="trapezoid">
          <a:avLst>
            <a:gd name="adj" fmla="val 1429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200" kern="1200" dirty="0"/>
            <a:t>Subroutines</a:t>
          </a:r>
        </a:p>
      </dsp:txBody>
      <dsp:txXfrm rot="-10800000">
        <a:off x="3061551" y="1586995"/>
        <a:ext cx="2948160" cy="793497"/>
      </dsp:txXfrm>
    </dsp:sp>
    <dsp:sp modelId="{830998B8-605B-D24A-8BA4-8A291B14038F}">
      <dsp:nvSpPr>
        <dsp:cNvPr id="0" name=""/>
        <dsp:cNvSpPr/>
      </dsp:nvSpPr>
      <dsp:spPr>
        <a:xfrm rot="10800000">
          <a:off x="3401724" y="2380492"/>
          <a:ext cx="2267816" cy="793497"/>
        </a:xfrm>
        <a:prstGeom prst="trapezoid">
          <a:avLst>
            <a:gd name="adj" fmla="val 1429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200" kern="1200" dirty="0"/>
            <a:t>Models</a:t>
          </a:r>
        </a:p>
      </dsp:txBody>
      <dsp:txXfrm rot="-10800000">
        <a:off x="3401724" y="2380492"/>
        <a:ext cx="2267816" cy="7934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AF422-20C8-3645-8800-9DC2FCCCBDE0}">
      <dsp:nvSpPr>
        <dsp:cNvPr id="0" name=""/>
        <dsp:cNvSpPr/>
      </dsp:nvSpPr>
      <dsp:spPr>
        <a:xfrm rot="10800000">
          <a:off x="0" y="13148"/>
          <a:ext cx="5163126" cy="619630"/>
        </a:xfrm>
        <a:prstGeom prst="trapezoid">
          <a:avLst>
            <a:gd name="adj" fmla="val 104157"/>
          </a:avLst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Problems</a:t>
          </a:r>
        </a:p>
      </dsp:txBody>
      <dsp:txXfrm rot="-10800000">
        <a:off x="903547" y="13148"/>
        <a:ext cx="3356032" cy="619630"/>
      </dsp:txXfrm>
    </dsp:sp>
    <dsp:sp modelId="{59487C1B-DA52-9643-B0F7-B778A4DE4B40}">
      <dsp:nvSpPr>
        <dsp:cNvPr id="0" name=""/>
        <dsp:cNvSpPr/>
      </dsp:nvSpPr>
      <dsp:spPr>
        <a:xfrm rot="10800000">
          <a:off x="645390" y="619629"/>
          <a:ext cx="3872345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Algorithms</a:t>
          </a:r>
        </a:p>
      </dsp:txBody>
      <dsp:txXfrm rot="-10800000">
        <a:off x="1323051" y="619629"/>
        <a:ext cx="2517024" cy="619630"/>
      </dsp:txXfrm>
    </dsp:sp>
    <dsp:sp modelId="{5F20945D-7CEA-4641-93C7-6A3021928413}">
      <dsp:nvSpPr>
        <dsp:cNvPr id="0" name=""/>
        <dsp:cNvSpPr/>
      </dsp:nvSpPr>
      <dsp:spPr>
        <a:xfrm rot="10800000">
          <a:off x="1290781" y="1239260"/>
          <a:ext cx="2581563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Subroutines</a:t>
          </a:r>
        </a:p>
      </dsp:txBody>
      <dsp:txXfrm rot="-10800000">
        <a:off x="1742555" y="1239260"/>
        <a:ext cx="1678016" cy="619630"/>
      </dsp:txXfrm>
    </dsp:sp>
    <dsp:sp modelId="{830998B8-605B-D24A-8BA4-8A291B14038F}">
      <dsp:nvSpPr>
        <dsp:cNvPr id="0" name=""/>
        <dsp:cNvSpPr/>
      </dsp:nvSpPr>
      <dsp:spPr>
        <a:xfrm rot="10800000">
          <a:off x="1936172" y="1858890"/>
          <a:ext cx="1290781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Models</a:t>
          </a:r>
        </a:p>
      </dsp:txBody>
      <dsp:txXfrm rot="-10800000">
        <a:off x="1936172" y="1858890"/>
        <a:ext cx="1290781" cy="6196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AF422-20C8-3645-8800-9DC2FCCCBDE0}">
      <dsp:nvSpPr>
        <dsp:cNvPr id="0" name=""/>
        <dsp:cNvSpPr/>
      </dsp:nvSpPr>
      <dsp:spPr>
        <a:xfrm rot="10800000">
          <a:off x="0" y="13148"/>
          <a:ext cx="5163126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Problems</a:t>
          </a:r>
        </a:p>
      </dsp:txBody>
      <dsp:txXfrm rot="-10800000">
        <a:off x="903547" y="13148"/>
        <a:ext cx="3356032" cy="619630"/>
      </dsp:txXfrm>
    </dsp:sp>
    <dsp:sp modelId="{59487C1B-DA52-9643-B0F7-B778A4DE4B40}">
      <dsp:nvSpPr>
        <dsp:cNvPr id="0" name=""/>
        <dsp:cNvSpPr/>
      </dsp:nvSpPr>
      <dsp:spPr>
        <a:xfrm rot="10800000">
          <a:off x="645390" y="619629"/>
          <a:ext cx="3872345" cy="619630"/>
        </a:xfrm>
        <a:prstGeom prst="trapezoid">
          <a:avLst>
            <a:gd name="adj" fmla="val 104157"/>
          </a:avLst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Algorithms</a:t>
          </a:r>
        </a:p>
      </dsp:txBody>
      <dsp:txXfrm rot="-10800000">
        <a:off x="1323051" y="619629"/>
        <a:ext cx="2517024" cy="619630"/>
      </dsp:txXfrm>
    </dsp:sp>
    <dsp:sp modelId="{5F20945D-7CEA-4641-93C7-6A3021928413}">
      <dsp:nvSpPr>
        <dsp:cNvPr id="0" name=""/>
        <dsp:cNvSpPr/>
      </dsp:nvSpPr>
      <dsp:spPr>
        <a:xfrm rot="10800000">
          <a:off x="1290781" y="1239260"/>
          <a:ext cx="2581563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Subroutines</a:t>
          </a:r>
        </a:p>
      </dsp:txBody>
      <dsp:txXfrm rot="-10800000">
        <a:off x="1742555" y="1239260"/>
        <a:ext cx="1678016" cy="619630"/>
      </dsp:txXfrm>
    </dsp:sp>
    <dsp:sp modelId="{830998B8-605B-D24A-8BA4-8A291B14038F}">
      <dsp:nvSpPr>
        <dsp:cNvPr id="0" name=""/>
        <dsp:cNvSpPr/>
      </dsp:nvSpPr>
      <dsp:spPr>
        <a:xfrm rot="10800000">
          <a:off x="1936172" y="1858890"/>
          <a:ext cx="1290781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Models</a:t>
          </a:r>
        </a:p>
      </dsp:txBody>
      <dsp:txXfrm rot="-10800000">
        <a:off x="1936172" y="1858890"/>
        <a:ext cx="1290781" cy="6196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AF422-20C8-3645-8800-9DC2FCCCBDE0}">
      <dsp:nvSpPr>
        <dsp:cNvPr id="0" name=""/>
        <dsp:cNvSpPr/>
      </dsp:nvSpPr>
      <dsp:spPr>
        <a:xfrm rot="10800000">
          <a:off x="0" y="13148"/>
          <a:ext cx="5163126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Problems</a:t>
          </a:r>
        </a:p>
      </dsp:txBody>
      <dsp:txXfrm rot="-10800000">
        <a:off x="903547" y="13148"/>
        <a:ext cx="3356032" cy="619630"/>
      </dsp:txXfrm>
    </dsp:sp>
    <dsp:sp modelId="{59487C1B-DA52-9643-B0F7-B778A4DE4B40}">
      <dsp:nvSpPr>
        <dsp:cNvPr id="0" name=""/>
        <dsp:cNvSpPr/>
      </dsp:nvSpPr>
      <dsp:spPr>
        <a:xfrm rot="10800000">
          <a:off x="645390" y="619629"/>
          <a:ext cx="3872345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Algorithms</a:t>
          </a:r>
        </a:p>
      </dsp:txBody>
      <dsp:txXfrm rot="-10800000">
        <a:off x="1323051" y="619629"/>
        <a:ext cx="2517024" cy="619630"/>
      </dsp:txXfrm>
    </dsp:sp>
    <dsp:sp modelId="{5F20945D-7CEA-4641-93C7-6A3021928413}">
      <dsp:nvSpPr>
        <dsp:cNvPr id="0" name=""/>
        <dsp:cNvSpPr/>
      </dsp:nvSpPr>
      <dsp:spPr>
        <a:xfrm rot="10800000">
          <a:off x="1290781" y="1239260"/>
          <a:ext cx="2581563" cy="619630"/>
        </a:xfrm>
        <a:prstGeom prst="trapezoid">
          <a:avLst>
            <a:gd name="adj" fmla="val 104157"/>
          </a:avLst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Subroutines</a:t>
          </a:r>
        </a:p>
      </dsp:txBody>
      <dsp:txXfrm rot="-10800000">
        <a:off x="1742555" y="1239260"/>
        <a:ext cx="1678016" cy="619630"/>
      </dsp:txXfrm>
    </dsp:sp>
    <dsp:sp modelId="{830998B8-605B-D24A-8BA4-8A291B14038F}">
      <dsp:nvSpPr>
        <dsp:cNvPr id="0" name=""/>
        <dsp:cNvSpPr/>
      </dsp:nvSpPr>
      <dsp:spPr>
        <a:xfrm rot="10800000">
          <a:off x="1936172" y="1858890"/>
          <a:ext cx="1290781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Models</a:t>
          </a:r>
        </a:p>
      </dsp:txBody>
      <dsp:txXfrm rot="-10800000">
        <a:off x="1936172" y="1858890"/>
        <a:ext cx="1290781" cy="6196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AF422-20C8-3645-8800-9DC2FCCCBDE0}">
      <dsp:nvSpPr>
        <dsp:cNvPr id="0" name=""/>
        <dsp:cNvSpPr/>
      </dsp:nvSpPr>
      <dsp:spPr>
        <a:xfrm rot="10800000">
          <a:off x="0" y="13148"/>
          <a:ext cx="5163126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Problems</a:t>
          </a:r>
        </a:p>
      </dsp:txBody>
      <dsp:txXfrm rot="-10800000">
        <a:off x="903547" y="13148"/>
        <a:ext cx="3356032" cy="619630"/>
      </dsp:txXfrm>
    </dsp:sp>
    <dsp:sp modelId="{59487C1B-DA52-9643-B0F7-B778A4DE4B40}">
      <dsp:nvSpPr>
        <dsp:cNvPr id="0" name=""/>
        <dsp:cNvSpPr/>
      </dsp:nvSpPr>
      <dsp:spPr>
        <a:xfrm rot="10800000">
          <a:off x="645390" y="619629"/>
          <a:ext cx="3872345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Algorithms</a:t>
          </a:r>
        </a:p>
      </dsp:txBody>
      <dsp:txXfrm rot="-10800000">
        <a:off x="1323051" y="619629"/>
        <a:ext cx="2517024" cy="619630"/>
      </dsp:txXfrm>
    </dsp:sp>
    <dsp:sp modelId="{5F20945D-7CEA-4641-93C7-6A3021928413}">
      <dsp:nvSpPr>
        <dsp:cNvPr id="0" name=""/>
        <dsp:cNvSpPr/>
      </dsp:nvSpPr>
      <dsp:spPr>
        <a:xfrm rot="10800000">
          <a:off x="1290781" y="1239260"/>
          <a:ext cx="2581563" cy="619630"/>
        </a:xfrm>
        <a:prstGeom prst="trapezoid">
          <a:avLst>
            <a:gd name="adj" fmla="val 104157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Subroutines</a:t>
          </a:r>
        </a:p>
      </dsp:txBody>
      <dsp:txXfrm rot="-10800000">
        <a:off x="1742555" y="1239260"/>
        <a:ext cx="1678016" cy="619630"/>
      </dsp:txXfrm>
    </dsp:sp>
    <dsp:sp modelId="{830998B8-605B-D24A-8BA4-8A291B14038F}">
      <dsp:nvSpPr>
        <dsp:cNvPr id="0" name=""/>
        <dsp:cNvSpPr/>
      </dsp:nvSpPr>
      <dsp:spPr>
        <a:xfrm rot="10800000">
          <a:off x="1936172" y="1858890"/>
          <a:ext cx="1290781" cy="619630"/>
        </a:xfrm>
        <a:prstGeom prst="trapezoid">
          <a:avLst>
            <a:gd name="adj" fmla="val 104157"/>
          </a:avLst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Models</a:t>
          </a:r>
        </a:p>
      </dsp:txBody>
      <dsp:txXfrm rot="-10800000">
        <a:off x="1936172" y="1858890"/>
        <a:ext cx="1290781" cy="619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07A03-F567-8949-918C-4758BBFEBBC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1FF4A-07F4-4944-A02D-636DB0EFA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41FF4A-07F4-4944-A02D-636DB0EFA4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5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D156-0A1E-00D7-E9B9-503361298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CD262-7054-F813-2EEC-7AA57E357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4B066-D81E-64F7-92F0-868FFC78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04539-3645-BF43-F8B4-BF49A27DB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188AE-B3D8-8B41-5F66-AB66C412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82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62A7-2ECE-62FF-C789-68A8A277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5F4CD-D07D-237E-6602-8A58CD5B4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F78F-DC6C-91B6-DA62-D3C9A112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66FC5-0D34-F68C-4F76-0C18C182E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D02C-DD6F-DD10-1F24-C95F27496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7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EC72-92F4-FBEC-DDEB-507079FF1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59863-B2E8-CD52-FAAA-4C4832E66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F6780-2484-B99A-A70B-FA3A474A4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C92E8-BDEA-C7CA-A00E-9EFF3B1A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EDF5A-4C09-EF68-7579-1DB0BB46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8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1EEB-9EA7-7BFC-ACF6-440141BF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72E8D-9A43-66B6-5811-B806B1532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25E35-041D-E66D-A54C-ED5EABB2F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B1E30-8567-052C-FE9D-0F371D067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0CB82-4EEE-FC8E-75BC-B68827C0D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61043-6A98-F0E4-93D4-4B2DAA5C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00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FEB7-EE71-BE2A-7209-6392A489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1F767-1B80-26CE-0A04-75E630BD0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C07B9-F5B5-915D-9722-16B32F1EF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0A39C-0E8F-5C51-A454-59AD1112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C9FBF-9608-1251-8DC0-B139A7AC9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84A8C-29D8-1A0E-0B86-909DD2258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CA861E-6EDA-7597-3AD8-0043752EB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E6A946-549B-F2E1-4B1D-BB3B3AF2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27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1957-B1EB-4906-1590-A51781C1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BF6BB-6510-8994-E8A9-9C15F035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C2E27-2E56-05BB-6F86-687AD06B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CC213-62F9-346D-9EDE-195337F6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31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ED201-714C-7041-2C23-3C8A5E7C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7AE94-6E39-3A2B-27D5-73D8690B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A86AC-2A92-35D8-246C-5405D370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8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A6F9-BF25-E3AF-9070-17B955588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A6177-B8F7-5A58-B5B6-BC4717C1C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14B94-FB44-A628-841D-BA4BE6B94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FD072-5940-A951-9EC3-42CACD429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F65B4-EF7C-6CAE-760C-31C22EAD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1A963-AC2B-137B-7EFF-504B7196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1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20F89-A5AF-E7DC-95B1-1688354A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B75490-B257-A198-B12E-F77E6769A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57522-D7ED-F492-6DC6-EB412B057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EFF35-E78D-5B18-E9AD-55130922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7AB92-C5AB-A494-17ED-2636229E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D74BD-C13C-39B7-359A-EA574CCD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3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8B58-7B1E-22EA-E392-CF4C7C254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07F03-349D-8C4A-EBF9-B0DFB29D9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548DC-A7DC-B076-8303-6ACEFFB0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3F8A3-5B6D-49D0-928D-F2327446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DBC3F-B88C-4BCA-6EDC-C199E4F0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22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D9635-D558-59DE-9A7B-73511B24C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7766B-6B2C-1A4F-3AF3-CB442E86F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C53DB-4D8D-1CA5-746D-AA3AD0B2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2CAF1-700B-E4D0-960F-A74FB9A7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E4756-3CD9-2F87-D046-84ADC3F3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0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6E5EF6-A9F1-4755-E0AE-707F81721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DE132-33BE-730D-A837-02E16492C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263F4-6EF7-4B3E-E817-8D70D34F9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60259-088C-6542-AAB7-B54F51C79F59}" type="datetimeFigureOut">
              <a:rPr lang="en-US" smtClean="0"/>
              <a:t>6/13/25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F96E8-6EDD-FD5A-07CC-C0F4D5212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48D73-2E0E-66AA-0CF9-CAF00ED51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47257-F204-7744-AD7D-DA451CEC6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24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F9B0-75BE-4D38-5CFE-B7980409D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Distributed Quantum Computing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62CF6-E9EA-1F21-0B05-F3D350BE0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12762"/>
          </a:xfrm>
        </p:spPr>
        <p:txBody>
          <a:bodyPr>
            <a:noAutofit/>
          </a:bodyPr>
          <a:lstStyle/>
          <a:p>
            <a:pPr fontAlgn="base" latinLnBrk="1"/>
            <a:r>
              <a:rPr lang="en-GB" sz="2800" dirty="0"/>
              <a:t>State of the Art, Challenges, and Open Horizons</a:t>
            </a:r>
            <a:br>
              <a:rPr lang="en-GB" sz="2800" dirty="0"/>
            </a:br>
            <a:endParaRPr lang="en-GB" sz="2800" dirty="0"/>
          </a:p>
          <a:p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394934-3647-5F5C-43AF-204799EBB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113" y="4518024"/>
            <a:ext cx="1807651" cy="7397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C68D2C3-6C95-CE63-CCE9-323BE1C96AB8}"/>
              </a:ext>
            </a:extLst>
          </p:cNvPr>
          <p:cNvSpPr txBox="1">
            <a:spLocks/>
          </p:cNvSpPr>
          <p:nvPr/>
        </p:nvSpPr>
        <p:spPr>
          <a:xfrm>
            <a:off x="1524000" y="4402666"/>
            <a:ext cx="9144000" cy="8551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1"/>
            <a:r>
              <a:rPr lang="en-GB" sz="1800" b="1" dirty="0"/>
              <a:t>The 5-minute blitz</a:t>
            </a:r>
            <a:r>
              <a:rPr lang="en-GB" sz="1800" dirty="0"/>
              <a:t> by María Gragera Garcés</a:t>
            </a:r>
          </a:p>
          <a:p>
            <a:pPr fontAlgn="base"/>
            <a:br>
              <a:rPr lang="en-GB" sz="1800" dirty="0"/>
            </a:br>
            <a:endParaRPr lang="en-GB" sz="1800" dirty="0"/>
          </a:p>
          <a:p>
            <a:pPr fontAlgn="base" latinLnBrk="1"/>
            <a:r>
              <a:rPr lang="en-GB" sz="1800" dirty="0"/>
              <a:t>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5019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B7DA-A6F4-E80F-CBF7-DB9A8609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Why Distribute Quantum Computing?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E2F5B9-EA23-97E7-9470-86CF6A7F0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023" y="1524432"/>
            <a:ext cx="6774925" cy="479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CFE811-970B-252B-9912-8FDAFEEC5701}"/>
              </a:ext>
            </a:extLst>
          </p:cNvPr>
          <p:cNvSpPr txBox="1"/>
          <p:nvPr/>
        </p:nvSpPr>
        <p:spPr>
          <a:xfrm>
            <a:off x="10036233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effectLst/>
                <a:latin typeface="Lucida Grande" panose="020B0600040502020204" pitchFamily="34" charset="0"/>
              </a:rPr>
              <a:t>arXiv:2002.11808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243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AF63-AF19-B56A-E8CB-40DE24BF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(some) Open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5CBE1-95EA-B48A-ACE9-7E16BF2F5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407" y="1813824"/>
            <a:ext cx="10974645" cy="1669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Errors at scale:</a:t>
            </a:r>
            <a:r>
              <a:rPr lang="en-GB" dirty="0"/>
              <a:t> Should a distributed QPU act as one large logical code (e.g., </a:t>
            </a:r>
            <a:r>
              <a:rPr lang="en-GB" dirty="0" err="1"/>
              <a:t>qLDPC</a:t>
            </a:r>
            <a:r>
              <a:rPr lang="en-GB" dirty="0"/>
              <a:t>) or a patchwork of smaller codes (e.g., surface patches)? Global encoding efficiency V.S. modular control simplicity?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725A3-D112-C6C1-E44C-20336DDBDD73}"/>
              </a:ext>
            </a:extLst>
          </p:cNvPr>
          <p:cNvSpPr txBox="1"/>
          <p:nvPr/>
        </p:nvSpPr>
        <p:spPr>
          <a:xfrm>
            <a:off x="1217354" y="3125585"/>
            <a:ext cx="109746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Network Composability:</a:t>
            </a:r>
            <a:r>
              <a:rPr lang="en-GB" sz="2800" dirty="0"/>
              <a:t> When quantum links are swapped for classical ones what are the intrinsic cost (fidelity, latency,…)?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74060-7DA5-4C27-B022-6709FC10F6FA}"/>
              </a:ext>
            </a:extLst>
          </p:cNvPr>
          <p:cNvSpPr txBox="1"/>
          <p:nvPr/>
        </p:nvSpPr>
        <p:spPr>
          <a:xfrm>
            <a:off x="1217351" y="4079692"/>
            <a:ext cx="109746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Architectural Parallelism:</a:t>
            </a:r>
            <a:r>
              <a:rPr lang="en-GB" sz="2800" dirty="0"/>
              <a:t> Will we see speedups from quantum parallelism imposed by the network, and not by algorithms – akin to their classical counterparts?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A1D37A-B601-2655-0C70-F1652014250A}"/>
              </a:ext>
            </a:extLst>
          </p:cNvPr>
          <p:cNvSpPr txBox="1"/>
          <p:nvPr/>
        </p:nvSpPr>
        <p:spPr>
          <a:xfrm>
            <a:off x="1217351" y="5464687"/>
            <a:ext cx="109746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Algorithm design:</a:t>
            </a:r>
            <a:r>
              <a:rPr lang="en-GB" sz="2800" dirty="0"/>
              <a:t> How can we efficiently design and/or compile distributable algorithms at scale?</a:t>
            </a:r>
            <a:endParaRPr lang="en-US" sz="2800" dirty="0"/>
          </a:p>
        </p:txBody>
      </p:sp>
      <p:pic>
        <p:nvPicPr>
          <p:cNvPr id="12" name="Picture 11" descr="A black and white symbol&#10;&#10;AI-generated content may be incorrect.">
            <a:extLst>
              <a:ext uri="{FF2B5EF4-FFF2-40B4-BE49-F238E27FC236}">
                <a16:creationId xmlns:a16="http://schemas.microsoft.com/office/drawing/2014/main" id="{4C78BE2B-D5AA-AD0C-302B-2528BD7CFA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-17246" b="29974"/>
          <a:stretch>
            <a:fillRect/>
          </a:stretch>
        </p:blipFill>
        <p:spPr>
          <a:xfrm>
            <a:off x="276168" y="5408801"/>
            <a:ext cx="904239" cy="1062361"/>
          </a:xfrm>
          <a:prstGeom prst="rect">
            <a:avLst/>
          </a:prstGeom>
        </p:spPr>
      </p:pic>
      <p:pic>
        <p:nvPicPr>
          <p:cNvPr id="14" name="Picture 13" descr="A black and white symbol with text&#10;&#10;AI-generated content may be incorrect.">
            <a:extLst>
              <a:ext uri="{FF2B5EF4-FFF2-40B4-BE49-F238E27FC236}">
                <a16:creationId xmlns:a16="http://schemas.microsoft.com/office/drawing/2014/main" id="{DF4B7E43-2369-CC6A-4459-BEE1E3477F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564"/>
          <a:stretch>
            <a:fillRect/>
          </a:stretch>
        </p:blipFill>
        <p:spPr>
          <a:xfrm>
            <a:off x="212957" y="2997836"/>
            <a:ext cx="1030659" cy="1003556"/>
          </a:xfrm>
          <a:prstGeom prst="rect">
            <a:avLst/>
          </a:prstGeom>
        </p:spPr>
      </p:pic>
      <p:pic>
        <p:nvPicPr>
          <p:cNvPr id="16" name="Picture 15" descr="A black and white symbol&#10;&#10;AI-generated content may be incorrect.">
            <a:extLst>
              <a:ext uri="{FF2B5EF4-FFF2-40B4-BE49-F238E27FC236}">
                <a16:creationId xmlns:a16="http://schemas.microsoft.com/office/drawing/2014/main" id="{46108771-2F9A-AF0D-57E0-CDD68E2C40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034"/>
          <a:stretch>
            <a:fillRect/>
          </a:stretch>
        </p:blipFill>
        <p:spPr>
          <a:xfrm>
            <a:off x="212957" y="4203318"/>
            <a:ext cx="950140" cy="1003556"/>
          </a:xfrm>
          <a:prstGeom prst="rect">
            <a:avLst/>
          </a:prstGeom>
        </p:spPr>
      </p:pic>
      <p:pic>
        <p:nvPicPr>
          <p:cNvPr id="18" name="Picture 17" descr="A black and white image of a grid with arrows and a cross&#10;&#10;AI-generated content may be incorrect.">
            <a:extLst>
              <a:ext uri="{FF2B5EF4-FFF2-40B4-BE49-F238E27FC236}">
                <a16:creationId xmlns:a16="http://schemas.microsoft.com/office/drawing/2014/main" id="{A14E58A2-5EB7-7765-13C7-F506B31BD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00" y="1745965"/>
            <a:ext cx="994259" cy="89017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86AAEF2-AFC9-AE72-D695-0296B776EB44}"/>
              </a:ext>
            </a:extLst>
          </p:cNvPr>
          <p:cNvSpPr/>
          <p:nvPr/>
        </p:nvSpPr>
        <p:spPr>
          <a:xfrm>
            <a:off x="149200" y="5408802"/>
            <a:ext cx="11571745" cy="1205481"/>
          </a:xfrm>
          <a:custGeom>
            <a:avLst/>
            <a:gdLst>
              <a:gd name="connsiteX0" fmla="*/ 0 w 11571745"/>
              <a:gd name="connsiteY0" fmla="*/ 0 h 1205481"/>
              <a:gd name="connsiteX1" fmla="*/ 462870 w 11571745"/>
              <a:gd name="connsiteY1" fmla="*/ 0 h 1205481"/>
              <a:gd name="connsiteX2" fmla="*/ 694305 w 11571745"/>
              <a:gd name="connsiteY2" fmla="*/ 0 h 1205481"/>
              <a:gd name="connsiteX3" fmla="*/ 1504327 w 11571745"/>
              <a:gd name="connsiteY3" fmla="*/ 0 h 1205481"/>
              <a:gd name="connsiteX4" fmla="*/ 1967197 w 11571745"/>
              <a:gd name="connsiteY4" fmla="*/ 0 h 1205481"/>
              <a:gd name="connsiteX5" fmla="*/ 2430066 w 11571745"/>
              <a:gd name="connsiteY5" fmla="*/ 0 h 1205481"/>
              <a:gd name="connsiteX6" fmla="*/ 3240089 w 11571745"/>
              <a:gd name="connsiteY6" fmla="*/ 0 h 1205481"/>
              <a:gd name="connsiteX7" fmla="*/ 3587241 w 11571745"/>
              <a:gd name="connsiteY7" fmla="*/ 0 h 1205481"/>
              <a:gd name="connsiteX8" fmla="*/ 4397263 w 11571745"/>
              <a:gd name="connsiteY8" fmla="*/ 0 h 1205481"/>
              <a:gd name="connsiteX9" fmla="*/ 5207285 w 11571745"/>
              <a:gd name="connsiteY9" fmla="*/ 0 h 1205481"/>
              <a:gd name="connsiteX10" fmla="*/ 5785873 w 11571745"/>
              <a:gd name="connsiteY10" fmla="*/ 0 h 1205481"/>
              <a:gd name="connsiteX11" fmla="*/ 6595895 w 11571745"/>
              <a:gd name="connsiteY11" fmla="*/ 0 h 1205481"/>
              <a:gd name="connsiteX12" fmla="*/ 7058764 w 11571745"/>
              <a:gd name="connsiteY12" fmla="*/ 0 h 1205481"/>
              <a:gd name="connsiteX13" fmla="*/ 7521634 w 11571745"/>
              <a:gd name="connsiteY13" fmla="*/ 0 h 1205481"/>
              <a:gd name="connsiteX14" fmla="*/ 8215939 w 11571745"/>
              <a:gd name="connsiteY14" fmla="*/ 0 h 1205481"/>
              <a:gd name="connsiteX15" fmla="*/ 8678809 w 11571745"/>
              <a:gd name="connsiteY15" fmla="*/ 0 h 1205481"/>
              <a:gd name="connsiteX16" fmla="*/ 9488831 w 11571745"/>
              <a:gd name="connsiteY16" fmla="*/ 0 h 1205481"/>
              <a:gd name="connsiteX17" fmla="*/ 10298853 w 11571745"/>
              <a:gd name="connsiteY17" fmla="*/ 0 h 1205481"/>
              <a:gd name="connsiteX18" fmla="*/ 10877440 w 11571745"/>
              <a:gd name="connsiteY18" fmla="*/ 0 h 1205481"/>
              <a:gd name="connsiteX19" fmla="*/ 11571745 w 11571745"/>
              <a:gd name="connsiteY19" fmla="*/ 0 h 1205481"/>
              <a:gd name="connsiteX20" fmla="*/ 11571745 w 11571745"/>
              <a:gd name="connsiteY20" fmla="*/ 365663 h 1205481"/>
              <a:gd name="connsiteX21" fmla="*/ 11571745 w 11571745"/>
              <a:gd name="connsiteY21" fmla="*/ 743380 h 1205481"/>
              <a:gd name="connsiteX22" fmla="*/ 11571745 w 11571745"/>
              <a:gd name="connsiteY22" fmla="*/ 1205481 h 1205481"/>
              <a:gd name="connsiteX23" fmla="*/ 11108875 w 11571745"/>
              <a:gd name="connsiteY23" fmla="*/ 1205481 h 1205481"/>
              <a:gd name="connsiteX24" fmla="*/ 10530288 w 11571745"/>
              <a:gd name="connsiteY24" fmla="*/ 1205481 h 1205481"/>
              <a:gd name="connsiteX25" fmla="*/ 10298853 w 11571745"/>
              <a:gd name="connsiteY25" fmla="*/ 1205481 h 1205481"/>
              <a:gd name="connsiteX26" fmla="*/ 10067418 w 11571745"/>
              <a:gd name="connsiteY26" fmla="*/ 1205481 h 1205481"/>
              <a:gd name="connsiteX27" fmla="*/ 9488831 w 11571745"/>
              <a:gd name="connsiteY27" fmla="*/ 1205481 h 1205481"/>
              <a:gd name="connsiteX28" fmla="*/ 9141679 w 11571745"/>
              <a:gd name="connsiteY28" fmla="*/ 1205481 h 1205481"/>
              <a:gd name="connsiteX29" fmla="*/ 8447374 w 11571745"/>
              <a:gd name="connsiteY29" fmla="*/ 1205481 h 1205481"/>
              <a:gd name="connsiteX30" fmla="*/ 8100221 w 11571745"/>
              <a:gd name="connsiteY30" fmla="*/ 1205481 h 1205481"/>
              <a:gd name="connsiteX31" fmla="*/ 7405917 w 11571745"/>
              <a:gd name="connsiteY31" fmla="*/ 1205481 h 1205481"/>
              <a:gd name="connsiteX32" fmla="*/ 7174482 w 11571745"/>
              <a:gd name="connsiteY32" fmla="*/ 1205481 h 1205481"/>
              <a:gd name="connsiteX33" fmla="*/ 6480177 w 11571745"/>
              <a:gd name="connsiteY33" fmla="*/ 1205481 h 1205481"/>
              <a:gd name="connsiteX34" fmla="*/ 6133025 w 11571745"/>
              <a:gd name="connsiteY34" fmla="*/ 1205481 h 1205481"/>
              <a:gd name="connsiteX35" fmla="*/ 5901590 w 11571745"/>
              <a:gd name="connsiteY35" fmla="*/ 1205481 h 1205481"/>
              <a:gd name="connsiteX36" fmla="*/ 5554438 w 11571745"/>
              <a:gd name="connsiteY36" fmla="*/ 1205481 h 1205481"/>
              <a:gd name="connsiteX37" fmla="*/ 4860133 w 11571745"/>
              <a:gd name="connsiteY37" fmla="*/ 1205481 h 1205481"/>
              <a:gd name="connsiteX38" fmla="*/ 4512981 w 11571745"/>
              <a:gd name="connsiteY38" fmla="*/ 1205481 h 1205481"/>
              <a:gd name="connsiteX39" fmla="*/ 4281546 w 11571745"/>
              <a:gd name="connsiteY39" fmla="*/ 1205481 h 1205481"/>
              <a:gd name="connsiteX40" fmla="*/ 3934393 w 11571745"/>
              <a:gd name="connsiteY40" fmla="*/ 1205481 h 1205481"/>
              <a:gd name="connsiteX41" fmla="*/ 3471523 w 11571745"/>
              <a:gd name="connsiteY41" fmla="*/ 1205481 h 1205481"/>
              <a:gd name="connsiteX42" fmla="*/ 2892936 w 11571745"/>
              <a:gd name="connsiteY42" fmla="*/ 1205481 h 1205481"/>
              <a:gd name="connsiteX43" fmla="*/ 2545784 w 11571745"/>
              <a:gd name="connsiteY43" fmla="*/ 1205481 h 1205481"/>
              <a:gd name="connsiteX44" fmla="*/ 1735762 w 11571745"/>
              <a:gd name="connsiteY44" fmla="*/ 1205481 h 1205481"/>
              <a:gd name="connsiteX45" fmla="*/ 1157174 w 11571745"/>
              <a:gd name="connsiteY45" fmla="*/ 1205481 h 1205481"/>
              <a:gd name="connsiteX46" fmla="*/ 0 w 11571745"/>
              <a:gd name="connsiteY46" fmla="*/ 1205481 h 1205481"/>
              <a:gd name="connsiteX47" fmla="*/ 0 w 11571745"/>
              <a:gd name="connsiteY47" fmla="*/ 791599 h 1205481"/>
              <a:gd name="connsiteX48" fmla="*/ 0 w 11571745"/>
              <a:gd name="connsiteY48" fmla="*/ 389772 h 1205481"/>
              <a:gd name="connsiteX49" fmla="*/ 0 w 11571745"/>
              <a:gd name="connsiteY49" fmla="*/ 0 h 120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1571745" h="1205481" extrusionOk="0">
                <a:moveTo>
                  <a:pt x="0" y="0"/>
                </a:moveTo>
                <a:cubicBezTo>
                  <a:pt x="166149" y="-463"/>
                  <a:pt x="279699" y="20230"/>
                  <a:pt x="462870" y="0"/>
                </a:cubicBezTo>
                <a:cubicBezTo>
                  <a:pt x="646041" y="-20230"/>
                  <a:pt x="580549" y="9813"/>
                  <a:pt x="694305" y="0"/>
                </a:cubicBezTo>
                <a:cubicBezTo>
                  <a:pt x="808061" y="-9813"/>
                  <a:pt x="1109844" y="61016"/>
                  <a:pt x="1504327" y="0"/>
                </a:cubicBezTo>
                <a:cubicBezTo>
                  <a:pt x="1898810" y="-61016"/>
                  <a:pt x="1863407" y="25288"/>
                  <a:pt x="1967197" y="0"/>
                </a:cubicBezTo>
                <a:cubicBezTo>
                  <a:pt x="2070987" y="-25288"/>
                  <a:pt x="2248348" y="32761"/>
                  <a:pt x="2430066" y="0"/>
                </a:cubicBezTo>
                <a:cubicBezTo>
                  <a:pt x="2611784" y="-32761"/>
                  <a:pt x="2935536" y="2465"/>
                  <a:pt x="3240089" y="0"/>
                </a:cubicBezTo>
                <a:cubicBezTo>
                  <a:pt x="3544642" y="-2465"/>
                  <a:pt x="3483057" y="13442"/>
                  <a:pt x="3587241" y="0"/>
                </a:cubicBezTo>
                <a:cubicBezTo>
                  <a:pt x="3691425" y="-13442"/>
                  <a:pt x="4170182" y="49620"/>
                  <a:pt x="4397263" y="0"/>
                </a:cubicBezTo>
                <a:cubicBezTo>
                  <a:pt x="4624344" y="-49620"/>
                  <a:pt x="4947680" y="11852"/>
                  <a:pt x="5207285" y="0"/>
                </a:cubicBezTo>
                <a:cubicBezTo>
                  <a:pt x="5466890" y="-11852"/>
                  <a:pt x="5533646" y="34082"/>
                  <a:pt x="5785873" y="0"/>
                </a:cubicBezTo>
                <a:cubicBezTo>
                  <a:pt x="6038100" y="-34082"/>
                  <a:pt x="6211363" y="75134"/>
                  <a:pt x="6595895" y="0"/>
                </a:cubicBezTo>
                <a:cubicBezTo>
                  <a:pt x="6980427" y="-75134"/>
                  <a:pt x="6860146" y="17601"/>
                  <a:pt x="7058764" y="0"/>
                </a:cubicBezTo>
                <a:cubicBezTo>
                  <a:pt x="7257382" y="-17601"/>
                  <a:pt x="7347335" y="15797"/>
                  <a:pt x="7521634" y="0"/>
                </a:cubicBezTo>
                <a:cubicBezTo>
                  <a:pt x="7695933" y="-15797"/>
                  <a:pt x="8005251" y="7874"/>
                  <a:pt x="8215939" y="0"/>
                </a:cubicBezTo>
                <a:cubicBezTo>
                  <a:pt x="8426627" y="-7874"/>
                  <a:pt x="8532977" y="30304"/>
                  <a:pt x="8678809" y="0"/>
                </a:cubicBezTo>
                <a:cubicBezTo>
                  <a:pt x="8824641" y="-30304"/>
                  <a:pt x="9230163" y="11267"/>
                  <a:pt x="9488831" y="0"/>
                </a:cubicBezTo>
                <a:cubicBezTo>
                  <a:pt x="9747499" y="-11267"/>
                  <a:pt x="9926845" y="24334"/>
                  <a:pt x="10298853" y="0"/>
                </a:cubicBezTo>
                <a:cubicBezTo>
                  <a:pt x="10670861" y="-24334"/>
                  <a:pt x="10746259" y="18426"/>
                  <a:pt x="10877440" y="0"/>
                </a:cubicBezTo>
                <a:cubicBezTo>
                  <a:pt x="11008621" y="-18426"/>
                  <a:pt x="11305837" y="23622"/>
                  <a:pt x="11571745" y="0"/>
                </a:cubicBezTo>
                <a:cubicBezTo>
                  <a:pt x="11571868" y="119156"/>
                  <a:pt x="11544752" y="280774"/>
                  <a:pt x="11571745" y="365663"/>
                </a:cubicBezTo>
                <a:cubicBezTo>
                  <a:pt x="11598738" y="450552"/>
                  <a:pt x="11555167" y="600485"/>
                  <a:pt x="11571745" y="743380"/>
                </a:cubicBezTo>
                <a:cubicBezTo>
                  <a:pt x="11588323" y="886275"/>
                  <a:pt x="11567298" y="1079635"/>
                  <a:pt x="11571745" y="1205481"/>
                </a:cubicBezTo>
                <a:cubicBezTo>
                  <a:pt x="11403974" y="1240304"/>
                  <a:pt x="11334979" y="1204042"/>
                  <a:pt x="11108875" y="1205481"/>
                </a:cubicBezTo>
                <a:cubicBezTo>
                  <a:pt x="10882771" y="1206920"/>
                  <a:pt x="10663110" y="1150373"/>
                  <a:pt x="10530288" y="1205481"/>
                </a:cubicBezTo>
                <a:cubicBezTo>
                  <a:pt x="10397466" y="1260589"/>
                  <a:pt x="10390070" y="1190657"/>
                  <a:pt x="10298853" y="1205481"/>
                </a:cubicBezTo>
                <a:cubicBezTo>
                  <a:pt x="10207636" y="1220305"/>
                  <a:pt x="10118864" y="1201618"/>
                  <a:pt x="10067418" y="1205481"/>
                </a:cubicBezTo>
                <a:cubicBezTo>
                  <a:pt x="10015973" y="1209344"/>
                  <a:pt x="9707344" y="1204453"/>
                  <a:pt x="9488831" y="1205481"/>
                </a:cubicBezTo>
                <a:cubicBezTo>
                  <a:pt x="9270318" y="1206509"/>
                  <a:pt x="9268161" y="1181276"/>
                  <a:pt x="9141679" y="1205481"/>
                </a:cubicBezTo>
                <a:cubicBezTo>
                  <a:pt x="9015197" y="1229686"/>
                  <a:pt x="8760513" y="1143896"/>
                  <a:pt x="8447374" y="1205481"/>
                </a:cubicBezTo>
                <a:cubicBezTo>
                  <a:pt x="8134236" y="1267066"/>
                  <a:pt x="8181272" y="1165894"/>
                  <a:pt x="8100221" y="1205481"/>
                </a:cubicBezTo>
                <a:cubicBezTo>
                  <a:pt x="8019170" y="1245068"/>
                  <a:pt x="7566190" y="1178805"/>
                  <a:pt x="7405917" y="1205481"/>
                </a:cubicBezTo>
                <a:cubicBezTo>
                  <a:pt x="7245644" y="1232157"/>
                  <a:pt x="7235963" y="1189576"/>
                  <a:pt x="7174482" y="1205481"/>
                </a:cubicBezTo>
                <a:cubicBezTo>
                  <a:pt x="7113001" y="1221386"/>
                  <a:pt x="6786274" y="1130869"/>
                  <a:pt x="6480177" y="1205481"/>
                </a:cubicBezTo>
                <a:cubicBezTo>
                  <a:pt x="6174081" y="1280093"/>
                  <a:pt x="6291888" y="1167097"/>
                  <a:pt x="6133025" y="1205481"/>
                </a:cubicBezTo>
                <a:cubicBezTo>
                  <a:pt x="5974162" y="1243865"/>
                  <a:pt x="5999877" y="1187977"/>
                  <a:pt x="5901590" y="1205481"/>
                </a:cubicBezTo>
                <a:cubicBezTo>
                  <a:pt x="5803303" y="1222985"/>
                  <a:pt x="5696891" y="1197900"/>
                  <a:pt x="5554438" y="1205481"/>
                </a:cubicBezTo>
                <a:cubicBezTo>
                  <a:pt x="5411985" y="1213062"/>
                  <a:pt x="5033320" y="1160550"/>
                  <a:pt x="4860133" y="1205481"/>
                </a:cubicBezTo>
                <a:cubicBezTo>
                  <a:pt x="4686947" y="1250412"/>
                  <a:pt x="4607825" y="1186561"/>
                  <a:pt x="4512981" y="1205481"/>
                </a:cubicBezTo>
                <a:cubicBezTo>
                  <a:pt x="4418137" y="1224401"/>
                  <a:pt x="4366608" y="1195493"/>
                  <a:pt x="4281546" y="1205481"/>
                </a:cubicBezTo>
                <a:cubicBezTo>
                  <a:pt x="4196484" y="1215469"/>
                  <a:pt x="4066157" y="1179072"/>
                  <a:pt x="3934393" y="1205481"/>
                </a:cubicBezTo>
                <a:cubicBezTo>
                  <a:pt x="3802629" y="1231890"/>
                  <a:pt x="3617082" y="1187387"/>
                  <a:pt x="3471523" y="1205481"/>
                </a:cubicBezTo>
                <a:cubicBezTo>
                  <a:pt x="3325964" y="1223575"/>
                  <a:pt x="3089737" y="1171041"/>
                  <a:pt x="2892936" y="1205481"/>
                </a:cubicBezTo>
                <a:cubicBezTo>
                  <a:pt x="2696135" y="1239921"/>
                  <a:pt x="2692203" y="1202082"/>
                  <a:pt x="2545784" y="1205481"/>
                </a:cubicBezTo>
                <a:cubicBezTo>
                  <a:pt x="2399365" y="1208880"/>
                  <a:pt x="2080272" y="1157170"/>
                  <a:pt x="1735762" y="1205481"/>
                </a:cubicBezTo>
                <a:cubicBezTo>
                  <a:pt x="1391252" y="1253792"/>
                  <a:pt x="1370288" y="1153020"/>
                  <a:pt x="1157174" y="1205481"/>
                </a:cubicBezTo>
                <a:cubicBezTo>
                  <a:pt x="944060" y="1257942"/>
                  <a:pt x="368287" y="1201926"/>
                  <a:pt x="0" y="1205481"/>
                </a:cubicBezTo>
                <a:cubicBezTo>
                  <a:pt x="-33003" y="1025731"/>
                  <a:pt x="48698" y="953334"/>
                  <a:pt x="0" y="791599"/>
                </a:cubicBezTo>
                <a:cubicBezTo>
                  <a:pt x="-48698" y="629864"/>
                  <a:pt x="16775" y="508533"/>
                  <a:pt x="0" y="389772"/>
                </a:cubicBezTo>
                <a:cubicBezTo>
                  <a:pt x="-16775" y="271011"/>
                  <a:pt x="26440" y="110145"/>
                  <a:pt x="0" y="0"/>
                </a:cubicBezTo>
                <a:close/>
              </a:path>
            </a:pathLst>
          </a:cu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8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9" grpId="0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FC8E-6F1E-827F-B806-F8C45F8E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Four Levels of Distribution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FCB2BD-D1E5-5820-66B0-F9A96B3C4A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651714"/>
              </p:ext>
            </p:extLst>
          </p:nvPr>
        </p:nvGraphicFramePr>
        <p:xfrm>
          <a:off x="1454729" y="1750003"/>
          <a:ext cx="9071264" cy="3173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EB053C-E226-CD09-3D83-F85F30C1B8FB}"/>
              </a:ext>
            </a:extLst>
          </p:cNvPr>
          <p:cNvSpPr txBox="1"/>
          <p:nvPr/>
        </p:nvSpPr>
        <p:spPr>
          <a:xfrm>
            <a:off x="1217351" y="5464687"/>
            <a:ext cx="109746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Algorithm design:</a:t>
            </a:r>
            <a:r>
              <a:rPr lang="en-GB" sz="2800" dirty="0"/>
              <a:t> How can we efficiently design and/or compile distributable algorithms at scale?</a:t>
            </a:r>
            <a:endParaRPr lang="en-US" sz="2800" dirty="0"/>
          </a:p>
        </p:txBody>
      </p:sp>
      <p:pic>
        <p:nvPicPr>
          <p:cNvPr id="6" name="Picture 5" descr="A black and white symbol&#10;&#10;AI-generated content may be incorrect.">
            <a:extLst>
              <a:ext uri="{FF2B5EF4-FFF2-40B4-BE49-F238E27FC236}">
                <a16:creationId xmlns:a16="http://schemas.microsoft.com/office/drawing/2014/main" id="{3DFC95AD-EF05-9D95-63A9-B3FB0D8ACD6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" r="-17246" b="29974"/>
          <a:stretch>
            <a:fillRect/>
          </a:stretch>
        </p:blipFill>
        <p:spPr>
          <a:xfrm>
            <a:off x="276168" y="5408801"/>
            <a:ext cx="904239" cy="10623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145B8B-80A4-0EE7-DDC6-4AFA10593067}"/>
              </a:ext>
            </a:extLst>
          </p:cNvPr>
          <p:cNvSpPr txBox="1"/>
          <p:nvPr/>
        </p:nvSpPr>
        <p:spPr>
          <a:xfrm>
            <a:off x="0" y="498504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4 possible answers to: </a:t>
            </a:r>
          </a:p>
        </p:txBody>
      </p:sp>
    </p:spTree>
    <p:extLst>
      <p:ext uri="{BB962C8B-B14F-4D97-AF65-F5344CB8AC3E}">
        <p14:creationId xmlns:p14="http://schemas.microsoft.com/office/powerpoint/2010/main" val="207291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15A5B-BBC6-0424-196D-3C6425940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DB214D5-BCED-4B88-5FDA-E08DCD60E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977" y="2881758"/>
            <a:ext cx="5620023" cy="29683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21C6BB-819B-D968-F1B1-FEF3FF7B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Four Levels of Distribution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C61F9D-DE93-0766-C0EB-BF0017DEB6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462335"/>
              </p:ext>
            </p:extLst>
          </p:nvPr>
        </p:nvGraphicFramePr>
        <p:xfrm>
          <a:off x="3514436" y="1690688"/>
          <a:ext cx="5163127" cy="2478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B93D487-A7FC-8147-0B3C-F1DA4E52843B}"/>
              </a:ext>
            </a:extLst>
          </p:cNvPr>
          <p:cNvSpPr txBox="1"/>
          <p:nvPr/>
        </p:nvSpPr>
        <p:spPr>
          <a:xfrm>
            <a:off x="537210" y="1836802"/>
            <a:ext cx="384905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Problems</a:t>
            </a:r>
          </a:p>
          <a:p>
            <a:pPr marL="285750" indent="-285750">
              <a:buFontTx/>
              <a:buChar char="-"/>
            </a:pPr>
            <a:r>
              <a:rPr lang="en-US" dirty="0"/>
              <a:t>Hamiltonian simulation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Unstructured Search</a:t>
            </a:r>
          </a:p>
          <a:p>
            <a:pPr marL="285750" indent="-285750">
              <a:buFontTx/>
              <a:buChar char="-"/>
            </a:pPr>
            <a:r>
              <a:rPr lang="en-US" dirty="0"/>
              <a:t>Optimization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Hiden</a:t>
            </a:r>
            <a:r>
              <a:rPr lang="en-US" dirty="0"/>
              <a:t> Subgroup (HSP)</a:t>
            </a:r>
          </a:p>
          <a:p>
            <a:pPr marL="285750" indent="-285750">
              <a:buFontTx/>
              <a:buChar char="-"/>
            </a:pPr>
            <a:r>
              <a:rPr lang="en-US" dirty="0"/>
              <a:t>Linear equations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B60AD-3CEF-BCC0-124B-A2B632CD9493}"/>
              </a:ext>
            </a:extLst>
          </p:cNvPr>
          <p:cNvSpPr txBox="1"/>
          <p:nvPr/>
        </p:nvSpPr>
        <p:spPr>
          <a:xfrm>
            <a:off x="8677563" y="2080260"/>
            <a:ext cx="2977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Solutions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5391A-4276-4C85-E928-BE08A455A0B3}"/>
              </a:ext>
            </a:extLst>
          </p:cNvPr>
          <p:cNvSpPr txBox="1"/>
          <p:nvPr/>
        </p:nvSpPr>
        <p:spPr>
          <a:xfrm>
            <a:off x="8805150" y="6427113"/>
            <a:ext cx="272205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i="0" dirty="0" err="1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arXiv</a:t>
            </a:r>
            <a:r>
              <a:rPr lang="en-GB" sz="1400" i="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: 2411.02881</a:t>
            </a:r>
          </a:p>
          <a:p>
            <a:br>
              <a:rPr lang="en-GB" dirty="0">
                <a:effectLst/>
              </a:rPr>
            </a:b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3407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6CF3-098D-E941-B770-06510A79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952F-4944-1B2F-5962-69F4E30BA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Four Levels of Distribution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C0FF72-8F13-959B-08FB-DE4ECF339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041934"/>
              </p:ext>
            </p:extLst>
          </p:nvPr>
        </p:nvGraphicFramePr>
        <p:xfrm>
          <a:off x="3514436" y="1690688"/>
          <a:ext cx="5163127" cy="2478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54B24AC-B60A-7B76-AE93-3E4069DCDEA7}"/>
              </a:ext>
            </a:extLst>
          </p:cNvPr>
          <p:cNvSpPr txBox="1"/>
          <p:nvPr/>
        </p:nvSpPr>
        <p:spPr>
          <a:xfrm>
            <a:off x="537210" y="1836802"/>
            <a:ext cx="384905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Algorithms</a:t>
            </a:r>
          </a:p>
          <a:p>
            <a:pPr marL="285750" indent="-285750">
              <a:buFontTx/>
              <a:buChar char="-"/>
            </a:pPr>
            <a:r>
              <a:rPr lang="en-US" dirty="0"/>
              <a:t>Element distinctness</a:t>
            </a:r>
          </a:p>
          <a:p>
            <a:pPr marL="285750" indent="-285750">
              <a:buFontTx/>
              <a:buChar char="-"/>
            </a:pPr>
            <a:r>
              <a:rPr lang="en-US" dirty="0"/>
              <a:t>Grovers’</a:t>
            </a:r>
          </a:p>
          <a:p>
            <a:pPr marL="285750" indent="-285750">
              <a:buFontTx/>
              <a:buChar char="-"/>
            </a:pPr>
            <a:r>
              <a:rPr lang="en-US" dirty="0"/>
              <a:t>HHL</a:t>
            </a:r>
          </a:p>
          <a:p>
            <a:pPr marL="285750" indent="-285750">
              <a:buFontTx/>
              <a:buChar char="-"/>
            </a:pPr>
            <a:r>
              <a:rPr lang="en-US" dirty="0"/>
              <a:t>QAOA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Shors</a:t>
            </a:r>
            <a:r>
              <a:rPr lang="en-US" dirty="0"/>
              <a:t>’</a:t>
            </a:r>
          </a:p>
          <a:p>
            <a:pPr marL="285750" indent="-285750">
              <a:buFontTx/>
              <a:buChar char="-"/>
            </a:pPr>
            <a:r>
              <a:rPr lang="en-US" dirty="0"/>
              <a:t>Simons’</a:t>
            </a:r>
          </a:p>
          <a:p>
            <a:pPr marL="285750" indent="-285750">
              <a:buFontTx/>
              <a:buChar char="-"/>
            </a:pPr>
            <a:r>
              <a:rPr lang="en-US" dirty="0"/>
              <a:t>Spatial Search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Trotterization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A87D05-662F-F71D-28BF-3F6273BB77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949" y="5153015"/>
            <a:ext cx="4826650" cy="1003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FAC770-EA1D-E2EF-E21F-5F5085E8DF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5456" y="3687902"/>
            <a:ext cx="5426544" cy="317009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1AAAE0-40BD-B347-7893-655AF00ED4A9}"/>
              </a:ext>
            </a:extLst>
          </p:cNvPr>
          <p:cNvCxnSpPr/>
          <p:nvPr/>
        </p:nvCxnSpPr>
        <p:spPr>
          <a:xfrm>
            <a:off x="5915025" y="5654833"/>
            <a:ext cx="6143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A3573E-19DC-129F-8C35-3547FF3EB4CA}"/>
              </a:ext>
            </a:extLst>
          </p:cNvPr>
          <p:cNvSpPr txBox="1"/>
          <p:nvPr/>
        </p:nvSpPr>
        <p:spPr>
          <a:xfrm>
            <a:off x="4617245" y="6396335"/>
            <a:ext cx="609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0" dirty="0" err="1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arXiv</a:t>
            </a:r>
            <a:r>
              <a:rPr lang="en-GB" sz="1400" i="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: </a:t>
            </a:r>
            <a:r>
              <a:rPr lang="en-GB" sz="1400" dirty="0">
                <a:latin typeface="Lucida Grande" panose="020B0600040502020204" pitchFamily="34" charset="0"/>
                <a:cs typeface="Lucida Grande" panose="020B0600040502020204" pitchFamily="34" charset="0"/>
              </a:rPr>
              <a:t>2204.10487</a:t>
            </a:r>
            <a:br>
              <a:rPr lang="en-GB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</a:br>
            <a:endParaRPr lang="en-GB" sz="1400" dirty="0">
              <a:effectLst/>
              <a:latin typeface="Lucida Grande" panose="020B0600040502020204" pitchFamily="34" charset="0"/>
              <a:cs typeface="Lucida Grande" panose="020B06000405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075F8-F58E-6C7D-459F-160DEC815294}"/>
              </a:ext>
            </a:extLst>
          </p:cNvPr>
          <p:cNvSpPr txBox="1"/>
          <p:nvPr/>
        </p:nvSpPr>
        <p:spPr>
          <a:xfrm>
            <a:off x="8677563" y="2080260"/>
            <a:ext cx="2977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Solutions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01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2E0A3-5A14-44E9-A54B-EDC0F369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57B7F-6412-949F-E9BB-CC1DF868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Four Levels of Distribution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40B3CBC-1042-B7B6-1F66-0B85DDC41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429509"/>
              </p:ext>
            </p:extLst>
          </p:nvPr>
        </p:nvGraphicFramePr>
        <p:xfrm>
          <a:off x="3514436" y="1690688"/>
          <a:ext cx="5163127" cy="2478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94B2909-04F0-0A46-3397-A8C26ED83397}"/>
              </a:ext>
            </a:extLst>
          </p:cNvPr>
          <p:cNvSpPr txBox="1"/>
          <p:nvPr/>
        </p:nvSpPr>
        <p:spPr>
          <a:xfrm>
            <a:off x="537210" y="1836802"/>
            <a:ext cx="384905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Subroutines</a:t>
            </a:r>
          </a:p>
          <a:p>
            <a:pPr marL="285750" indent="-285750">
              <a:buFontTx/>
              <a:buChar char="-"/>
            </a:pPr>
            <a:r>
              <a:rPr lang="en-US" dirty="0"/>
              <a:t>Amplitude estimation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Mixing </a:t>
            </a:r>
            <a:r>
              <a:rPr lang="en-US" dirty="0" err="1"/>
              <a:t>ansätze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Oracles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Phase Estimation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QFT</a:t>
            </a:r>
          </a:p>
          <a:p>
            <a:pPr marL="285750" indent="-285750">
              <a:buFontTx/>
              <a:buChar char="-"/>
            </a:pPr>
            <a:r>
              <a:rPr lang="en-US" dirty="0"/>
              <a:t>Sampling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State prep</a:t>
            </a:r>
          </a:p>
          <a:p>
            <a:pPr marL="285750" indent="-285750">
              <a:buFontTx/>
              <a:buChar char="-"/>
            </a:pPr>
            <a:r>
              <a:rPr lang="en-US" dirty="0"/>
              <a:t>VQE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F3456-4B12-ED6E-B4FB-69279AEFE5E7}"/>
              </a:ext>
            </a:extLst>
          </p:cNvPr>
          <p:cNvSpPr txBox="1"/>
          <p:nvPr/>
        </p:nvSpPr>
        <p:spPr>
          <a:xfrm>
            <a:off x="10166176" y="6492875"/>
            <a:ext cx="60936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0" dirty="0" err="1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arXiv</a:t>
            </a:r>
            <a:r>
              <a:rPr lang="en-GB" sz="1400" i="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: </a:t>
            </a:r>
            <a:r>
              <a:rPr lang="en-GB" sz="1400" dirty="0">
                <a:latin typeface="Lucida Grande" panose="020B0600040502020204" pitchFamily="34" charset="0"/>
                <a:cs typeface="Lucida Grande" panose="020B0600040502020204" pitchFamily="34" charset="0"/>
              </a:rPr>
              <a:t>2407.20212</a:t>
            </a:r>
          </a:p>
          <a:p>
            <a:br>
              <a:rPr lang="en-GB" dirty="0">
                <a:effectLst/>
              </a:rPr>
            </a:br>
            <a:endParaRPr lang="en-GB" dirty="0">
              <a:effectLst/>
            </a:endParaRPr>
          </a:p>
          <a:p>
            <a:br>
              <a:rPr lang="en-GB" dirty="0">
                <a:effectLst/>
              </a:rPr>
            </a:br>
            <a:endParaRPr lang="en-GB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BAC00-C79F-3929-1609-F3F80616FBD5}"/>
              </a:ext>
            </a:extLst>
          </p:cNvPr>
          <p:cNvSpPr txBox="1"/>
          <p:nvPr/>
        </p:nvSpPr>
        <p:spPr>
          <a:xfrm>
            <a:off x="8677563" y="2080260"/>
            <a:ext cx="2977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Solutions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9C408B-5A4D-3047-A522-23F04E915B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3229" y="2403425"/>
            <a:ext cx="3464905" cy="17731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FA5388-89C3-3A26-95B5-0EAF859F27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5130" y="4315322"/>
            <a:ext cx="6759232" cy="239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5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B5E2-051C-C6AE-6BB6-306883946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4660-1160-F4C4-36BC-A291826C9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Four Levels of Distribution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398D4D-5A8B-67E9-A540-3A94337E6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880729"/>
              </p:ext>
            </p:extLst>
          </p:nvPr>
        </p:nvGraphicFramePr>
        <p:xfrm>
          <a:off x="3514436" y="1690688"/>
          <a:ext cx="5163127" cy="2478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552F300-A8A5-BC21-2FA1-36D4342ADE6C}"/>
              </a:ext>
            </a:extLst>
          </p:cNvPr>
          <p:cNvSpPr txBox="1"/>
          <p:nvPr/>
        </p:nvSpPr>
        <p:spPr>
          <a:xfrm>
            <a:off x="537210" y="1836802"/>
            <a:ext cx="384905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sng" dirty="0"/>
              <a:t>Models</a:t>
            </a:r>
          </a:p>
          <a:p>
            <a:pPr marL="285750" indent="-285750">
              <a:buFontTx/>
              <a:buChar char="-"/>
            </a:pPr>
            <a:r>
              <a:rPr lang="en-US" dirty="0"/>
              <a:t>Circuits</a:t>
            </a:r>
          </a:p>
          <a:p>
            <a:pPr marL="285750" indent="-285750">
              <a:buFontTx/>
              <a:buChar char="-"/>
            </a:pPr>
            <a:r>
              <a:rPr lang="en-US" dirty="0"/>
              <a:t>MBQC</a:t>
            </a:r>
          </a:p>
          <a:p>
            <a:pPr marL="285750" indent="-285750">
              <a:buFontTx/>
              <a:buChar char="-"/>
            </a:pPr>
            <a:r>
              <a:rPr lang="en-US" dirty="0"/>
              <a:t>Quantum Walks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Topological</a:t>
            </a:r>
          </a:p>
          <a:p>
            <a:pPr marL="285750" indent="-285750">
              <a:buFontTx/>
              <a:buChar char="-"/>
            </a:pPr>
            <a:r>
              <a:rPr lang="en-US" dirty="0"/>
              <a:t>Adiabatic</a:t>
            </a:r>
          </a:p>
          <a:p>
            <a:pPr marL="285750" indent="-285750">
              <a:buFontTx/>
              <a:buChar char="-"/>
            </a:pPr>
            <a:r>
              <a:rPr lang="en-US" dirty="0"/>
              <a:t>Boson Sampling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BF1DF-C3C0-AA8B-ED8D-11D0D7B445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4077" y="4359877"/>
            <a:ext cx="4838700" cy="170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4FE4E9-606D-4135-FAB8-B8CFCA9DC1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0022" y="3673191"/>
            <a:ext cx="2630283" cy="27411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00FB01-3E86-0F19-E4EB-19EBA4EF121A}"/>
              </a:ext>
            </a:extLst>
          </p:cNvPr>
          <p:cNvCxnSpPr>
            <a:cxnSpLocks/>
          </p:cNvCxnSpPr>
          <p:nvPr/>
        </p:nvCxnSpPr>
        <p:spPr>
          <a:xfrm>
            <a:off x="6781800" y="5166460"/>
            <a:ext cx="14893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07CAAE-FA20-4000-E5AD-D24EC4F34184}"/>
              </a:ext>
            </a:extLst>
          </p:cNvPr>
          <p:cNvSpPr txBox="1"/>
          <p:nvPr/>
        </p:nvSpPr>
        <p:spPr>
          <a:xfrm>
            <a:off x="5001709" y="6342380"/>
            <a:ext cx="60936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0" dirty="0" err="1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arXiv</a:t>
            </a:r>
            <a:r>
              <a:rPr lang="en-GB" sz="1400" i="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  <a:t>: 1811.10972</a:t>
            </a:r>
          </a:p>
          <a:p>
            <a:endParaRPr lang="en-GB" sz="1400" i="0" dirty="0">
              <a:effectLst/>
              <a:latin typeface="Lucida Grande" panose="020B0600040502020204" pitchFamily="34" charset="0"/>
              <a:cs typeface="Lucida Grande" panose="020B0600040502020204" pitchFamily="34" charset="0"/>
            </a:endParaRPr>
          </a:p>
          <a:p>
            <a:br>
              <a:rPr lang="en-GB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</a:br>
            <a:endParaRPr lang="en-GB" sz="1400" dirty="0">
              <a:effectLst/>
              <a:latin typeface="Lucida Grande" panose="020B0600040502020204" pitchFamily="34" charset="0"/>
              <a:cs typeface="Lucida Grande" panose="020B0600040502020204" pitchFamily="34" charset="0"/>
            </a:endParaRPr>
          </a:p>
          <a:p>
            <a:br>
              <a:rPr lang="en-GB" sz="1400" dirty="0">
                <a:effectLst/>
                <a:latin typeface="Lucida Grande" panose="020B0600040502020204" pitchFamily="34" charset="0"/>
                <a:cs typeface="Lucida Grande" panose="020B0600040502020204" pitchFamily="34" charset="0"/>
              </a:rPr>
            </a:br>
            <a:endParaRPr lang="en-GB" sz="1400" dirty="0">
              <a:effectLst/>
              <a:latin typeface="Lucida Grande" panose="020B0600040502020204" pitchFamily="34" charset="0"/>
              <a:cs typeface="Lucida Grande" panose="020B06000405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8F1118-F54C-8C37-86BF-DE01554FA329}"/>
              </a:ext>
            </a:extLst>
          </p:cNvPr>
          <p:cNvSpPr txBox="1"/>
          <p:nvPr/>
        </p:nvSpPr>
        <p:spPr>
          <a:xfrm>
            <a:off x="8677563" y="2080260"/>
            <a:ext cx="2977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Solutions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695237-DB57-9CDE-C51A-5BECF9F5D5E4}"/>
              </a:ext>
            </a:extLst>
          </p:cNvPr>
          <p:cNvSpPr txBox="1"/>
          <p:nvPr/>
        </p:nvSpPr>
        <p:spPr>
          <a:xfrm>
            <a:off x="8677563" y="2726591"/>
            <a:ext cx="2977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Hypergraph partitioning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3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0DD3-9B93-188F-640D-9B42D4F4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A7F3-6E24-9235-5227-4095F36DF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3276F-B5D4-6190-313C-434FA80FC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12762"/>
          </a:xfrm>
        </p:spPr>
        <p:txBody>
          <a:bodyPr>
            <a:noAutofit/>
          </a:bodyPr>
          <a:lstStyle/>
          <a:p>
            <a:pPr fontAlgn="base" latinLnBrk="1"/>
            <a:r>
              <a:rPr lang="en-GB" sz="2800" dirty="0"/>
              <a:t>State of the Art, Challenges, and Open Horizons</a:t>
            </a:r>
            <a:br>
              <a:rPr lang="en-GB" sz="2800" dirty="0"/>
            </a:br>
            <a:endParaRPr lang="en-GB" sz="2800" dirty="0"/>
          </a:p>
          <a:p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6625D1-E3EE-7DDC-7C02-B88CCA50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113" y="4518024"/>
            <a:ext cx="1807651" cy="7397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7FAFCD5-4524-1F53-567A-56638AE86C8A}"/>
              </a:ext>
            </a:extLst>
          </p:cNvPr>
          <p:cNvSpPr txBox="1">
            <a:spLocks/>
          </p:cNvSpPr>
          <p:nvPr/>
        </p:nvSpPr>
        <p:spPr>
          <a:xfrm>
            <a:off x="1524000" y="4402666"/>
            <a:ext cx="9144000" cy="8551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1"/>
            <a:r>
              <a:rPr lang="en-GB" sz="1800" b="1" dirty="0"/>
              <a:t>The 5-minute blitz</a:t>
            </a:r>
            <a:r>
              <a:rPr lang="en-GB" sz="1800" dirty="0"/>
              <a:t> by María Gragera Garcés</a:t>
            </a:r>
          </a:p>
          <a:p>
            <a:pPr fontAlgn="base"/>
            <a:br>
              <a:rPr lang="en-GB" sz="1800" dirty="0"/>
            </a:br>
            <a:endParaRPr lang="en-GB" sz="1800" dirty="0"/>
          </a:p>
          <a:p>
            <a:pPr fontAlgn="base" latinLnBrk="1"/>
            <a:r>
              <a:rPr lang="en-GB" sz="1800" dirty="0"/>
              <a:t>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32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309</Words>
  <Application>Microsoft Macintosh PowerPoint</Application>
  <PresentationFormat>Widescreen</PresentationFormat>
  <Paragraphs>95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Lucida Grande</vt:lpstr>
      <vt:lpstr>Office Theme</vt:lpstr>
      <vt:lpstr>Distributed Quantum Computing</vt:lpstr>
      <vt:lpstr>Why Distribute Quantum Computing?</vt:lpstr>
      <vt:lpstr>(some) Open Questions</vt:lpstr>
      <vt:lpstr>Four Levels of Distribution</vt:lpstr>
      <vt:lpstr>Four Levels of Distribution</vt:lpstr>
      <vt:lpstr>Four Levels of Distribution</vt:lpstr>
      <vt:lpstr>Four Levels of Distribution</vt:lpstr>
      <vt:lpstr>Four Levels of Distribution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Gragera Garcés</dc:creator>
  <cp:lastModifiedBy>María Gragera Garcés</cp:lastModifiedBy>
  <cp:revision>2</cp:revision>
  <dcterms:created xsi:type="dcterms:W3CDTF">2025-06-13T10:32:37Z</dcterms:created>
  <dcterms:modified xsi:type="dcterms:W3CDTF">2025-06-13T17:18:53Z</dcterms:modified>
</cp:coreProperties>
</file>